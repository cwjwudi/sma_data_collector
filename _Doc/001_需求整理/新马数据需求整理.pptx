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3"/>
  </p:sldMasterIdLst>
  <p:notesMasterIdLst>
    <p:notesMasterId r:id="rId24"/>
  </p:notesMasterIdLst>
  <p:handoutMasterIdLst>
    <p:handoutMasterId r:id="rId25"/>
  </p:handoutMasterIdLst>
  <p:sldIdLst>
    <p:sldId id="312" r:id="rId4"/>
    <p:sldId id="401" r:id="rId5"/>
    <p:sldId id="409" r:id="rId6"/>
    <p:sldId id="411" r:id="rId7"/>
    <p:sldId id="410" r:id="rId8"/>
    <p:sldId id="412" r:id="rId9"/>
    <p:sldId id="415" r:id="rId10"/>
    <p:sldId id="414" r:id="rId11"/>
    <p:sldId id="416" r:id="rId12"/>
    <p:sldId id="413" r:id="rId13"/>
    <p:sldId id="417" r:id="rId14"/>
    <p:sldId id="421" r:id="rId15"/>
    <p:sldId id="418" r:id="rId16"/>
    <p:sldId id="419" r:id="rId17"/>
    <p:sldId id="420" r:id="rId18"/>
    <p:sldId id="422" r:id="rId19"/>
    <p:sldId id="425" r:id="rId20"/>
    <p:sldId id="423" r:id="rId21"/>
    <p:sldId id="426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9409B01B-AB13-41A4-B30A-5EF33CF1B16F}">
          <p14:sldIdLst>
            <p14:sldId id="312"/>
            <p14:sldId id="401"/>
            <p14:sldId id="409"/>
            <p14:sldId id="411"/>
            <p14:sldId id="410"/>
            <p14:sldId id="412"/>
            <p14:sldId id="415"/>
            <p14:sldId id="414"/>
            <p14:sldId id="416"/>
            <p14:sldId id="413"/>
            <p14:sldId id="417"/>
            <p14:sldId id="421"/>
            <p14:sldId id="418"/>
            <p14:sldId id="419"/>
            <p14:sldId id="420"/>
            <p14:sldId id="422"/>
            <p14:sldId id="425"/>
            <p14:sldId id="423"/>
            <p14:sldId id="426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mytro Lieshonok" initials="DL" lastIdx="2" clrIdx="0">
    <p:extLst>
      <p:ext uri="{19B8F6BF-5375-455C-9EA6-DF929625EA0E}">
        <p15:presenceInfo xmlns:p15="http://schemas.microsoft.com/office/powerpoint/2012/main" userId="Dmytro Lieshono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947"/>
    <a:srgbClr val="D26E00"/>
    <a:srgbClr val="FF00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3F8A54-F971-430D-9108-034FE38666EA}">
  <a:tblStyle styleId="{5C22544A-7EE6-4342-B048-85BDC9FD1C3A}" styleName="Mittlere Formatvorlage 2 - Akzent 1">
    <a:wholeTbl>
      <a:tcTxStyle>
        <a:fontRef idx="minor">
          <a:prstClr val="black"/>
        </a:fontRef>
        <a:schemeClr val="lt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Styl jasny 1 — Ak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 jasny 3 — Ak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73F8A54-F971-430D-9108-034FE38666EA}" styleName="BR Default Table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0000" cmpd="sng">
              <a:solidFill>
                <a:schemeClr val="lt2"/>
              </a:solidFill>
            </a:ln>
          </a:top>
          <a:bottom>
            <a:ln w="0" cmpd="sng">
              <a:solidFill>
                <a:schemeClr val="dk1"/>
              </a:solidFill>
            </a:ln>
          </a:bottom>
          <a:insideH>
            <a:ln w="50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</a:tcStyle>
    </a:band2V>
    <a:lastCol>
      <a:tcTxStyle b="off">
        <a:fontRef idx="minor">
          <a:schemeClr val="dk1"/>
        </a:fontRef>
        <a:schemeClr val="dk1"/>
      </a:tcTxStyle>
      <a:tcStyle>
        <a:tcBdr/>
        <a:fill>
          <a:solidFill>
            <a:schemeClr val="accent5"/>
          </a:solidFill>
        </a:fill>
      </a:tcStyle>
    </a:lastCol>
    <a:firstCol>
      <a:tcTxStyle b="off">
        <a:fontRef idx="minor">
          <a:schemeClr val="dk1"/>
        </a:fontRef>
        <a:schemeClr val="dk1"/>
      </a:tcTxStyle>
      <a:tcStyle>
        <a:tcBdr/>
        <a:fill>
          <a:solidFill>
            <a:schemeClr val="accent5"/>
          </a:solidFill>
        </a:fill>
      </a:tcStyle>
    </a:firstCol>
    <a:lastRow>
      <a:tcTxStyle b="off">
        <a:fontRef idx="minor">
          <a:prstClr val="black"/>
        </a:fontRef>
        <a:schemeClr val="dk1"/>
      </a:tcTxStyle>
      <a:tcStyle>
        <a:tcBdr/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dk1"/>
      </a:tcTxStyle>
      <a:tcStyle>
        <a:tcBdr>
          <a:bottom>
            <a:ln w="5000" cmpd="sng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56" autoAdjust="0"/>
    <p:restoredTop sz="94712" autoAdjust="0"/>
  </p:normalViewPr>
  <p:slideViewPr>
    <p:cSldViewPr snapToGrid="0" snapToObjects="1" showGuides="1">
      <p:cViewPr varScale="1">
        <p:scale>
          <a:sx n="112" d="100"/>
          <a:sy n="112" d="100"/>
        </p:scale>
        <p:origin x="5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18" d="100"/>
          <a:sy n="118" d="100"/>
        </p:scale>
        <p:origin x="5024" y="10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44F38B-F919-4D6B-A4B1-0588006F2B8A}" type="doc">
      <dgm:prSet loTypeId="urn:microsoft.com/office/officeart/2005/8/layout/process1" loCatId="process" qsTypeId="urn:microsoft.com/office/officeart/2005/8/quickstyle/simple1" qsCatId="simple" csTypeId="urn:microsoft.com/office/officeart/2005/8/colors/accent0_2" csCatId="mainScheme" phldr="1"/>
      <dgm:spPr/>
    </dgm:pt>
    <dgm:pt modelId="{EC343FFC-9F56-423E-86B6-EAAD38251848}">
      <dgm:prSet phldrT="[Text]"/>
      <dgm:spPr/>
      <dgm:t>
        <a:bodyPr/>
        <a:lstStyle/>
        <a:p>
          <a:r>
            <a:rPr lang="zh-CN" altLang="en-US" dirty="0"/>
            <a:t>存储</a:t>
          </a:r>
        </a:p>
      </dgm:t>
    </dgm:pt>
    <dgm:pt modelId="{BB6C645F-0AFE-4762-99EA-EDA472B8FB46}" type="parTrans" cxnId="{A09BBB94-044D-4491-9E49-04D53E991E2D}">
      <dgm:prSet/>
      <dgm:spPr/>
      <dgm:t>
        <a:bodyPr/>
        <a:lstStyle/>
        <a:p>
          <a:endParaRPr lang="zh-CN" altLang="en-US"/>
        </a:p>
      </dgm:t>
    </dgm:pt>
    <dgm:pt modelId="{0108B930-0D72-4C1B-B2F1-2442D58AEB60}" type="sibTrans" cxnId="{A09BBB94-044D-4491-9E49-04D53E991E2D}">
      <dgm:prSet/>
      <dgm:spPr/>
      <dgm:t>
        <a:bodyPr/>
        <a:lstStyle/>
        <a:p>
          <a:endParaRPr lang="zh-CN" altLang="en-US"/>
        </a:p>
      </dgm:t>
    </dgm:pt>
    <dgm:pt modelId="{9432B1D1-78DB-4DAF-BF8D-3BEAC39AD5EF}">
      <dgm:prSet phldrT="[Text]"/>
      <dgm:spPr/>
      <dgm:t>
        <a:bodyPr/>
        <a:lstStyle/>
        <a:p>
          <a:r>
            <a:rPr lang="zh-CN" altLang="en-US" dirty="0"/>
            <a:t>查询</a:t>
          </a:r>
        </a:p>
      </dgm:t>
    </dgm:pt>
    <dgm:pt modelId="{DED9DA0D-B16F-4EFD-A554-D74826EAF57E}" type="parTrans" cxnId="{FA497CA9-0970-491F-A4BA-416731C23580}">
      <dgm:prSet/>
      <dgm:spPr/>
      <dgm:t>
        <a:bodyPr/>
        <a:lstStyle/>
        <a:p>
          <a:endParaRPr lang="zh-CN" altLang="en-US"/>
        </a:p>
      </dgm:t>
    </dgm:pt>
    <dgm:pt modelId="{CD907C59-DAA7-4434-97DF-0D8024923318}" type="sibTrans" cxnId="{FA497CA9-0970-491F-A4BA-416731C23580}">
      <dgm:prSet/>
      <dgm:spPr/>
      <dgm:t>
        <a:bodyPr/>
        <a:lstStyle/>
        <a:p>
          <a:endParaRPr lang="zh-CN" altLang="en-US"/>
        </a:p>
      </dgm:t>
    </dgm:pt>
    <dgm:pt modelId="{A089E224-11DF-43E3-9F23-55CABD1B5999}">
      <dgm:prSet phldrT="[Text]"/>
      <dgm:spPr/>
      <dgm:t>
        <a:bodyPr/>
        <a:lstStyle/>
        <a:p>
          <a:r>
            <a:rPr lang="zh-CN" altLang="en-US" dirty="0"/>
            <a:t>报表</a:t>
          </a:r>
        </a:p>
      </dgm:t>
    </dgm:pt>
    <dgm:pt modelId="{2992CF13-E870-4AB3-8436-BEC87B340403}" type="parTrans" cxnId="{6CA4932D-8E75-461A-B89E-8FC650D2E2CC}">
      <dgm:prSet/>
      <dgm:spPr/>
      <dgm:t>
        <a:bodyPr/>
        <a:lstStyle/>
        <a:p>
          <a:endParaRPr lang="zh-CN" altLang="en-US"/>
        </a:p>
      </dgm:t>
    </dgm:pt>
    <dgm:pt modelId="{C518E44F-3945-45BA-A82B-2610464EAB40}" type="sibTrans" cxnId="{6CA4932D-8E75-461A-B89E-8FC650D2E2CC}">
      <dgm:prSet/>
      <dgm:spPr/>
      <dgm:t>
        <a:bodyPr/>
        <a:lstStyle/>
        <a:p>
          <a:endParaRPr lang="zh-CN" altLang="en-US"/>
        </a:p>
      </dgm:t>
    </dgm:pt>
    <dgm:pt modelId="{012098C9-35EF-4F5D-8B02-734EB101D37B}">
      <dgm:prSet phldrT="[Text]"/>
      <dgm:spPr/>
      <dgm:t>
        <a:bodyPr/>
        <a:lstStyle/>
        <a:p>
          <a:r>
            <a:rPr lang="zh-CN" altLang="en-US" dirty="0"/>
            <a:t>查看</a:t>
          </a:r>
        </a:p>
      </dgm:t>
    </dgm:pt>
    <dgm:pt modelId="{E4DE0FD4-06A1-4236-947E-D50ACFD8C7A0}" type="parTrans" cxnId="{F6A7E72C-5420-4EDA-AC4E-FC9A618E038A}">
      <dgm:prSet/>
      <dgm:spPr/>
      <dgm:t>
        <a:bodyPr/>
        <a:lstStyle/>
        <a:p>
          <a:endParaRPr lang="zh-CN" altLang="en-US"/>
        </a:p>
      </dgm:t>
    </dgm:pt>
    <dgm:pt modelId="{D3D14D88-9941-4B2D-8660-4E96D86317C0}" type="sibTrans" cxnId="{F6A7E72C-5420-4EDA-AC4E-FC9A618E038A}">
      <dgm:prSet/>
      <dgm:spPr/>
      <dgm:t>
        <a:bodyPr/>
        <a:lstStyle/>
        <a:p>
          <a:endParaRPr lang="zh-CN" altLang="en-US"/>
        </a:p>
      </dgm:t>
    </dgm:pt>
    <dgm:pt modelId="{F5344557-1239-4FBA-AC7D-214DDF29F8F9}" type="pres">
      <dgm:prSet presAssocID="{8544F38B-F919-4D6B-A4B1-0588006F2B8A}" presName="Name0" presStyleCnt="0">
        <dgm:presLayoutVars>
          <dgm:dir/>
          <dgm:resizeHandles val="exact"/>
        </dgm:presLayoutVars>
      </dgm:prSet>
      <dgm:spPr/>
    </dgm:pt>
    <dgm:pt modelId="{AF273355-5F87-4956-9D74-D168152A21B1}" type="pres">
      <dgm:prSet presAssocID="{EC343FFC-9F56-423E-86B6-EAAD38251848}" presName="node" presStyleLbl="node1" presStyleIdx="0" presStyleCnt="4">
        <dgm:presLayoutVars>
          <dgm:bulletEnabled val="1"/>
        </dgm:presLayoutVars>
      </dgm:prSet>
      <dgm:spPr/>
    </dgm:pt>
    <dgm:pt modelId="{382455D8-2580-46D4-84DC-4CAE08F8B8D7}" type="pres">
      <dgm:prSet presAssocID="{0108B930-0D72-4C1B-B2F1-2442D58AEB60}" presName="sibTrans" presStyleLbl="sibTrans2D1" presStyleIdx="0" presStyleCnt="3"/>
      <dgm:spPr/>
    </dgm:pt>
    <dgm:pt modelId="{32BA18FB-7346-41E2-BA13-B31758B5CE05}" type="pres">
      <dgm:prSet presAssocID="{0108B930-0D72-4C1B-B2F1-2442D58AEB60}" presName="connectorText" presStyleLbl="sibTrans2D1" presStyleIdx="0" presStyleCnt="3"/>
      <dgm:spPr/>
    </dgm:pt>
    <dgm:pt modelId="{8B350018-F612-4B05-A293-1BE494B396D5}" type="pres">
      <dgm:prSet presAssocID="{9432B1D1-78DB-4DAF-BF8D-3BEAC39AD5EF}" presName="node" presStyleLbl="node1" presStyleIdx="1" presStyleCnt="4">
        <dgm:presLayoutVars>
          <dgm:bulletEnabled val="1"/>
        </dgm:presLayoutVars>
      </dgm:prSet>
      <dgm:spPr/>
    </dgm:pt>
    <dgm:pt modelId="{42F48879-CA01-4303-9AB6-7D7E26C45C03}" type="pres">
      <dgm:prSet presAssocID="{CD907C59-DAA7-4434-97DF-0D8024923318}" presName="sibTrans" presStyleLbl="sibTrans2D1" presStyleIdx="1" presStyleCnt="3"/>
      <dgm:spPr/>
    </dgm:pt>
    <dgm:pt modelId="{C0DFF3F6-8E14-4A6A-B23C-1E78823D727E}" type="pres">
      <dgm:prSet presAssocID="{CD907C59-DAA7-4434-97DF-0D8024923318}" presName="connectorText" presStyleLbl="sibTrans2D1" presStyleIdx="1" presStyleCnt="3"/>
      <dgm:spPr/>
    </dgm:pt>
    <dgm:pt modelId="{215ECFC6-B012-41AD-82FD-2A079CDCCC6A}" type="pres">
      <dgm:prSet presAssocID="{A089E224-11DF-43E3-9F23-55CABD1B5999}" presName="node" presStyleLbl="node1" presStyleIdx="2" presStyleCnt="4">
        <dgm:presLayoutVars>
          <dgm:bulletEnabled val="1"/>
        </dgm:presLayoutVars>
      </dgm:prSet>
      <dgm:spPr/>
    </dgm:pt>
    <dgm:pt modelId="{9F700C15-F5DB-4809-9FB7-88488D0D0ABD}" type="pres">
      <dgm:prSet presAssocID="{C518E44F-3945-45BA-A82B-2610464EAB40}" presName="sibTrans" presStyleLbl="sibTrans2D1" presStyleIdx="2" presStyleCnt="3"/>
      <dgm:spPr/>
    </dgm:pt>
    <dgm:pt modelId="{1D0BBB37-2A04-4A77-9406-ED667FF42CC2}" type="pres">
      <dgm:prSet presAssocID="{C518E44F-3945-45BA-A82B-2610464EAB40}" presName="connectorText" presStyleLbl="sibTrans2D1" presStyleIdx="2" presStyleCnt="3"/>
      <dgm:spPr/>
    </dgm:pt>
    <dgm:pt modelId="{418F78FC-B3A1-4BAA-BA52-C7D5AA71F8D1}" type="pres">
      <dgm:prSet presAssocID="{012098C9-35EF-4F5D-8B02-734EB101D37B}" presName="node" presStyleLbl="node1" presStyleIdx="3" presStyleCnt="4">
        <dgm:presLayoutVars>
          <dgm:bulletEnabled val="1"/>
        </dgm:presLayoutVars>
      </dgm:prSet>
      <dgm:spPr/>
    </dgm:pt>
  </dgm:ptLst>
  <dgm:cxnLst>
    <dgm:cxn modelId="{644C6016-106A-44C4-9097-9712098501B5}" type="presOf" srcId="{8544F38B-F919-4D6B-A4B1-0588006F2B8A}" destId="{F5344557-1239-4FBA-AC7D-214DDF29F8F9}" srcOrd="0" destOrd="0" presId="urn:microsoft.com/office/officeart/2005/8/layout/process1"/>
    <dgm:cxn modelId="{66C2E12A-07DB-4A93-90D8-6C6808C4062C}" type="presOf" srcId="{0108B930-0D72-4C1B-B2F1-2442D58AEB60}" destId="{32BA18FB-7346-41E2-BA13-B31758B5CE05}" srcOrd="1" destOrd="0" presId="urn:microsoft.com/office/officeart/2005/8/layout/process1"/>
    <dgm:cxn modelId="{F6A7E72C-5420-4EDA-AC4E-FC9A618E038A}" srcId="{8544F38B-F919-4D6B-A4B1-0588006F2B8A}" destId="{012098C9-35EF-4F5D-8B02-734EB101D37B}" srcOrd="3" destOrd="0" parTransId="{E4DE0FD4-06A1-4236-947E-D50ACFD8C7A0}" sibTransId="{D3D14D88-9941-4B2D-8660-4E96D86317C0}"/>
    <dgm:cxn modelId="{6CA4932D-8E75-461A-B89E-8FC650D2E2CC}" srcId="{8544F38B-F919-4D6B-A4B1-0588006F2B8A}" destId="{A089E224-11DF-43E3-9F23-55CABD1B5999}" srcOrd="2" destOrd="0" parTransId="{2992CF13-E870-4AB3-8436-BEC87B340403}" sibTransId="{C518E44F-3945-45BA-A82B-2610464EAB40}"/>
    <dgm:cxn modelId="{B9095534-D99F-4E32-853C-4BA8F2973AD4}" type="presOf" srcId="{CD907C59-DAA7-4434-97DF-0D8024923318}" destId="{C0DFF3F6-8E14-4A6A-B23C-1E78823D727E}" srcOrd="1" destOrd="0" presId="urn:microsoft.com/office/officeart/2005/8/layout/process1"/>
    <dgm:cxn modelId="{9D14413B-3203-47B6-B676-7EB769D46108}" type="presOf" srcId="{EC343FFC-9F56-423E-86B6-EAAD38251848}" destId="{AF273355-5F87-4956-9D74-D168152A21B1}" srcOrd="0" destOrd="0" presId="urn:microsoft.com/office/officeart/2005/8/layout/process1"/>
    <dgm:cxn modelId="{6934DE67-C0EB-4D24-B133-60CC68C59995}" type="presOf" srcId="{A089E224-11DF-43E3-9F23-55CABD1B5999}" destId="{215ECFC6-B012-41AD-82FD-2A079CDCCC6A}" srcOrd="0" destOrd="0" presId="urn:microsoft.com/office/officeart/2005/8/layout/process1"/>
    <dgm:cxn modelId="{59D4B750-6536-4A35-9C6B-3F815855BEE2}" type="presOf" srcId="{C518E44F-3945-45BA-A82B-2610464EAB40}" destId="{9F700C15-F5DB-4809-9FB7-88488D0D0ABD}" srcOrd="0" destOrd="0" presId="urn:microsoft.com/office/officeart/2005/8/layout/process1"/>
    <dgm:cxn modelId="{3605A674-67A3-4E02-9D5D-45D88050D1C3}" type="presOf" srcId="{0108B930-0D72-4C1B-B2F1-2442D58AEB60}" destId="{382455D8-2580-46D4-84DC-4CAE08F8B8D7}" srcOrd="0" destOrd="0" presId="urn:microsoft.com/office/officeart/2005/8/layout/process1"/>
    <dgm:cxn modelId="{A84BA784-9973-4342-87D4-456EAEAF5BEC}" type="presOf" srcId="{C518E44F-3945-45BA-A82B-2610464EAB40}" destId="{1D0BBB37-2A04-4A77-9406-ED667FF42CC2}" srcOrd="1" destOrd="0" presId="urn:microsoft.com/office/officeart/2005/8/layout/process1"/>
    <dgm:cxn modelId="{A09BBB94-044D-4491-9E49-04D53E991E2D}" srcId="{8544F38B-F919-4D6B-A4B1-0588006F2B8A}" destId="{EC343FFC-9F56-423E-86B6-EAAD38251848}" srcOrd="0" destOrd="0" parTransId="{BB6C645F-0AFE-4762-99EA-EDA472B8FB46}" sibTransId="{0108B930-0D72-4C1B-B2F1-2442D58AEB60}"/>
    <dgm:cxn modelId="{FA497CA9-0970-491F-A4BA-416731C23580}" srcId="{8544F38B-F919-4D6B-A4B1-0588006F2B8A}" destId="{9432B1D1-78DB-4DAF-BF8D-3BEAC39AD5EF}" srcOrd="1" destOrd="0" parTransId="{DED9DA0D-B16F-4EFD-A554-D74826EAF57E}" sibTransId="{CD907C59-DAA7-4434-97DF-0D8024923318}"/>
    <dgm:cxn modelId="{C50D0DB8-8A07-4A63-A630-12698134C2AF}" type="presOf" srcId="{CD907C59-DAA7-4434-97DF-0D8024923318}" destId="{42F48879-CA01-4303-9AB6-7D7E26C45C03}" srcOrd="0" destOrd="0" presId="urn:microsoft.com/office/officeart/2005/8/layout/process1"/>
    <dgm:cxn modelId="{5BAD41CC-E174-4A83-9CAA-09B9458BAE6A}" type="presOf" srcId="{012098C9-35EF-4F5D-8B02-734EB101D37B}" destId="{418F78FC-B3A1-4BAA-BA52-C7D5AA71F8D1}" srcOrd="0" destOrd="0" presId="urn:microsoft.com/office/officeart/2005/8/layout/process1"/>
    <dgm:cxn modelId="{BB26E7D8-2487-464B-B2DA-34ED9416E278}" type="presOf" srcId="{9432B1D1-78DB-4DAF-BF8D-3BEAC39AD5EF}" destId="{8B350018-F612-4B05-A293-1BE494B396D5}" srcOrd="0" destOrd="0" presId="urn:microsoft.com/office/officeart/2005/8/layout/process1"/>
    <dgm:cxn modelId="{95C1CA2A-40C7-4971-A6EF-F57425ACFA6E}" type="presParOf" srcId="{F5344557-1239-4FBA-AC7D-214DDF29F8F9}" destId="{AF273355-5F87-4956-9D74-D168152A21B1}" srcOrd="0" destOrd="0" presId="urn:microsoft.com/office/officeart/2005/8/layout/process1"/>
    <dgm:cxn modelId="{D4F6D92A-F3FD-4AA9-925B-854A3F541EC4}" type="presParOf" srcId="{F5344557-1239-4FBA-AC7D-214DDF29F8F9}" destId="{382455D8-2580-46D4-84DC-4CAE08F8B8D7}" srcOrd="1" destOrd="0" presId="urn:microsoft.com/office/officeart/2005/8/layout/process1"/>
    <dgm:cxn modelId="{388BAA5A-16A2-48E4-80CC-A5EFD26B479C}" type="presParOf" srcId="{382455D8-2580-46D4-84DC-4CAE08F8B8D7}" destId="{32BA18FB-7346-41E2-BA13-B31758B5CE05}" srcOrd="0" destOrd="0" presId="urn:microsoft.com/office/officeart/2005/8/layout/process1"/>
    <dgm:cxn modelId="{3521900A-657E-498F-BD85-04948ED62786}" type="presParOf" srcId="{F5344557-1239-4FBA-AC7D-214DDF29F8F9}" destId="{8B350018-F612-4B05-A293-1BE494B396D5}" srcOrd="2" destOrd="0" presId="urn:microsoft.com/office/officeart/2005/8/layout/process1"/>
    <dgm:cxn modelId="{9DBDDBB6-28D4-4640-BAC5-2AC1B3A9621F}" type="presParOf" srcId="{F5344557-1239-4FBA-AC7D-214DDF29F8F9}" destId="{42F48879-CA01-4303-9AB6-7D7E26C45C03}" srcOrd="3" destOrd="0" presId="urn:microsoft.com/office/officeart/2005/8/layout/process1"/>
    <dgm:cxn modelId="{248D48AD-319E-477C-AB44-D1C1F35D6451}" type="presParOf" srcId="{42F48879-CA01-4303-9AB6-7D7E26C45C03}" destId="{C0DFF3F6-8E14-4A6A-B23C-1E78823D727E}" srcOrd="0" destOrd="0" presId="urn:microsoft.com/office/officeart/2005/8/layout/process1"/>
    <dgm:cxn modelId="{1AAE75DA-5125-4796-B583-039DA0E42C03}" type="presParOf" srcId="{F5344557-1239-4FBA-AC7D-214DDF29F8F9}" destId="{215ECFC6-B012-41AD-82FD-2A079CDCCC6A}" srcOrd="4" destOrd="0" presId="urn:microsoft.com/office/officeart/2005/8/layout/process1"/>
    <dgm:cxn modelId="{82BA4676-8B9F-4C8A-8AF6-AB3707D3B8A3}" type="presParOf" srcId="{F5344557-1239-4FBA-AC7D-214DDF29F8F9}" destId="{9F700C15-F5DB-4809-9FB7-88488D0D0ABD}" srcOrd="5" destOrd="0" presId="urn:microsoft.com/office/officeart/2005/8/layout/process1"/>
    <dgm:cxn modelId="{3E7CAC35-519C-4E6A-9641-A3954E469844}" type="presParOf" srcId="{9F700C15-F5DB-4809-9FB7-88488D0D0ABD}" destId="{1D0BBB37-2A04-4A77-9406-ED667FF42CC2}" srcOrd="0" destOrd="0" presId="urn:microsoft.com/office/officeart/2005/8/layout/process1"/>
    <dgm:cxn modelId="{B70A21FC-00CA-4B1F-9E74-5D686E200C43}" type="presParOf" srcId="{F5344557-1239-4FBA-AC7D-214DDF29F8F9}" destId="{418F78FC-B3A1-4BAA-BA52-C7D5AA71F8D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273355-5F87-4956-9D74-D168152A21B1}">
      <dsp:nvSpPr>
        <dsp:cNvPr id="0" name=""/>
        <dsp:cNvSpPr/>
      </dsp:nvSpPr>
      <dsp:spPr>
        <a:xfrm>
          <a:off x="3571" y="2240822"/>
          <a:ext cx="1561703" cy="93702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/>
            <a:t>存储</a:t>
          </a:r>
        </a:p>
      </dsp:txBody>
      <dsp:txXfrm>
        <a:off x="31015" y="2268266"/>
        <a:ext cx="1506815" cy="882133"/>
      </dsp:txXfrm>
    </dsp:sp>
    <dsp:sp modelId="{382455D8-2580-46D4-84DC-4CAE08F8B8D7}">
      <dsp:nvSpPr>
        <dsp:cNvPr id="0" name=""/>
        <dsp:cNvSpPr/>
      </dsp:nvSpPr>
      <dsp:spPr>
        <a:xfrm>
          <a:off x="1721445" y="2515682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600" kern="1200"/>
        </a:p>
      </dsp:txBody>
      <dsp:txXfrm>
        <a:off x="1721445" y="2593142"/>
        <a:ext cx="231757" cy="232382"/>
      </dsp:txXfrm>
    </dsp:sp>
    <dsp:sp modelId="{8B350018-F612-4B05-A293-1BE494B396D5}">
      <dsp:nvSpPr>
        <dsp:cNvPr id="0" name=""/>
        <dsp:cNvSpPr/>
      </dsp:nvSpPr>
      <dsp:spPr>
        <a:xfrm>
          <a:off x="2189956" y="2240822"/>
          <a:ext cx="1561703" cy="93702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/>
            <a:t>查询</a:t>
          </a:r>
        </a:p>
      </dsp:txBody>
      <dsp:txXfrm>
        <a:off x="2217400" y="2268266"/>
        <a:ext cx="1506815" cy="882133"/>
      </dsp:txXfrm>
    </dsp:sp>
    <dsp:sp modelId="{42F48879-CA01-4303-9AB6-7D7E26C45C03}">
      <dsp:nvSpPr>
        <dsp:cNvPr id="0" name=""/>
        <dsp:cNvSpPr/>
      </dsp:nvSpPr>
      <dsp:spPr>
        <a:xfrm>
          <a:off x="3907829" y="2515682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600" kern="1200"/>
        </a:p>
      </dsp:txBody>
      <dsp:txXfrm>
        <a:off x="3907829" y="2593142"/>
        <a:ext cx="231757" cy="232382"/>
      </dsp:txXfrm>
    </dsp:sp>
    <dsp:sp modelId="{215ECFC6-B012-41AD-82FD-2A079CDCCC6A}">
      <dsp:nvSpPr>
        <dsp:cNvPr id="0" name=""/>
        <dsp:cNvSpPr/>
      </dsp:nvSpPr>
      <dsp:spPr>
        <a:xfrm>
          <a:off x="4376340" y="2240822"/>
          <a:ext cx="1561703" cy="93702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/>
            <a:t>报表</a:t>
          </a:r>
        </a:p>
      </dsp:txBody>
      <dsp:txXfrm>
        <a:off x="4403784" y="2268266"/>
        <a:ext cx="1506815" cy="882133"/>
      </dsp:txXfrm>
    </dsp:sp>
    <dsp:sp modelId="{9F700C15-F5DB-4809-9FB7-88488D0D0ABD}">
      <dsp:nvSpPr>
        <dsp:cNvPr id="0" name=""/>
        <dsp:cNvSpPr/>
      </dsp:nvSpPr>
      <dsp:spPr>
        <a:xfrm>
          <a:off x="6094214" y="2515682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600" kern="1200"/>
        </a:p>
      </dsp:txBody>
      <dsp:txXfrm>
        <a:off x="6094214" y="2593142"/>
        <a:ext cx="231757" cy="232382"/>
      </dsp:txXfrm>
    </dsp:sp>
    <dsp:sp modelId="{418F78FC-B3A1-4BAA-BA52-C7D5AA71F8D1}">
      <dsp:nvSpPr>
        <dsp:cNvPr id="0" name=""/>
        <dsp:cNvSpPr/>
      </dsp:nvSpPr>
      <dsp:spPr>
        <a:xfrm>
          <a:off x="6562724" y="2240822"/>
          <a:ext cx="1561703" cy="93702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/>
            <a:t>查看</a:t>
          </a:r>
        </a:p>
      </dsp:txBody>
      <dsp:txXfrm>
        <a:off x="6590168" y="2268266"/>
        <a:ext cx="1506815" cy="882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490A3-8906-4C15-BA06-29841194A30F}" type="datetimeFigureOut">
              <a:rPr lang="en-US" smtClean="0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rPr>
              <a:t>3/2/2026</a:t>
            </a:fld>
            <a:endParaRPr lang="en-US" dirty="0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gray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gray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BD733-F72C-4484-8056-9C6167F848BC}" type="slidenum">
              <a:rPr lang="en-US" smtClean="0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rPr>
              <a:t>‹#›</a:t>
            </a:fld>
            <a:endParaRPr lang="en-US" dirty="0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61157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defRPr>
            </a:lvl1pPr>
          </a:lstStyle>
          <a:p>
            <a:fld id="{7B9B1A6A-6BBE-4409-8C9E-DA0703379151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383822" y="685800"/>
            <a:ext cx="6096000" cy="3429000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383822" y="4343400"/>
            <a:ext cx="6090356" cy="41148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defRPr>
            </a:lvl1pPr>
          </a:lstStyle>
          <a:p>
            <a:fld id="{3A94E69C-C28A-4BE6-BE89-71D8FB2035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885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defRPr sz="1200" kern="1200">
        <a:solidFill>
          <a:schemeClr val="tx1"/>
        </a:solidFill>
        <a:latin typeface="ABBvoice" panose="020D0603020503020204" pitchFamily="34" charset="0"/>
        <a:ea typeface="ABBvoice" panose="020D0603020503020204" pitchFamily="34" charset="0"/>
        <a:cs typeface="ABBvoice" panose="020D0603020503020204" pitchFamily="34" charset="0"/>
      </a:defRPr>
    </a:lvl1pPr>
    <a:lvl2pPr marL="180000" indent="-180000" algn="l" defTabSz="914400" rtl="0" eaLnBrk="1" latinLnBrk="0" hangingPunct="1">
      <a:buFont typeface="ABBvoiceOffice" panose="020D0603020503020204" pitchFamily="34" charset="0"/>
      <a:buChar char="–"/>
      <a:defRPr sz="1200" kern="1200">
        <a:solidFill>
          <a:schemeClr val="tx1"/>
        </a:solidFill>
        <a:latin typeface="ABBvoice" panose="020D0603020503020204" pitchFamily="34" charset="0"/>
        <a:ea typeface="ABBvoice" panose="020D0603020503020204" pitchFamily="34" charset="0"/>
        <a:cs typeface="ABBvoice" panose="020D0603020503020204" pitchFamily="34" charset="0"/>
      </a:defRPr>
    </a:lvl2pPr>
    <a:lvl3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BBvoice" panose="020D0603020503020204" pitchFamily="34" charset="0"/>
        <a:ea typeface="ABBvoice" panose="020D0603020503020204" pitchFamily="34" charset="0"/>
        <a:cs typeface="ABBvoice" panose="020D0603020503020204" pitchFamily="34" charset="0"/>
      </a:defRPr>
    </a:lvl3pPr>
    <a:lvl4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BBvoice" panose="020D0603020503020204" pitchFamily="34" charset="0"/>
        <a:ea typeface="ABBvoice" panose="020D0603020503020204" pitchFamily="34" charset="0"/>
        <a:cs typeface="ABBvoice" panose="020D0603020503020204" pitchFamily="34" charset="0"/>
      </a:defRPr>
    </a:lvl4pPr>
    <a:lvl5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BBvoice" panose="020D0603020503020204" pitchFamily="34" charset="0"/>
        <a:ea typeface="ABBvoice" panose="020D0603020503020204" pitchFamily="34" charset="0"/>
        <a:cs typeface="ABBvoice" panose="020D0603020503020204" pitchFamily="34" charset="0"/>
      </a:defRPr>
    </a:lvl5pPr>
    <a:lvl6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oup of people sitting at a table&#10;&#10;Description automatically generated with low confidence">
            <a:extLst>
              <a:ext uri="{FF2B5EF4-FFF2-40B4-BE49-F238E27FC236}">
                <a16:creationId xmlns:a16="http://schemas.microsoft.com/office/drawing/2014/main" id="{E71BA94A-2799-43CC-84B5-9975B4E325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0" y="0"/>
            <a:ext cx="12191999" cy="4616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272EA1-7C97-4CB4-A2F2-14BEE5DC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325037"/>
            <a:ext cx="9787525" cy="486000"/>
          </a:xfrm>
        </p:spPr>
        <p:txBody>
          <a:bodyPr/>
          <a:lstStyle>
            <a:lvl1pPr>
              <a:defRPr sz="3200"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B5F8F87-3B65-4B62-9068-930D3EF1A8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0" y="5808186"/>
            <a:ext cx="9787525" cy="486000"/>
          </a:xfrm>
          <a:prstGeom prst="rect">
            <a:avLst/>
          </a:prstGeom>
        </p:spPr>
        <p:txBody>
          <a:bodyPr lIns="0"/>
          <a:lstStyle>
            <a:lvl1pPr>
              <a:defRPr sz="32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7E904-B25D-407B-9176-B1EC3BAEE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136445"/>
            <a:ext cx="9787525" cy="185926"/>
          </a:xfrm>
          <a:prstGeom prst="rect">
            <a:avLst/>
          </a:prstGeom>
        </p:spPr>
        <p:txBody>
          <a:bodyPr lIns="0" anchor="t"/>
          <a:lstStyle>
            <a:lvl1pPr>
              <a:spcBef>
                <a:spcPts val="0"/>
              </a:spcBef>
              <a:defRPr sz="1200" cap="all" spc="200" baseline="0"/>
            </a:lvl1pPr>
          </a:lstStyle>
          <a:p>
            <a:pPr lvl="0"/>
            <a:r>
              <a:rPr lang="en-US" noProof="0" dirty="0"/>
              <a:t>DATE OR OTHER INFORMATION – THIS LINE IS NOT OBLIGATORY</a:t>
            </a:r>
          </a:p>
        </p:txBody>
      </p:sp>
      <p:sp>
        <p:nvSpPr>
          <p:cNvPr id="17" name="Textbox for metadata">
            <a:extLst>
              <a:ext uri="{FF2B5EF4-FFF2-40B4-BE49-F238E27FC236}">
                <a16:creationId xmlns:a16="http://schemas.microsoft.com/office/drawing/2014/main" id="{6B86C07B-CDAA-4A46-9313-989CF5D0ACB7}"/>
              </a:ext>
            </a:extLst>
          </p:cNvPr>
          <p:cNvSpPr txBox="1">
            <a:spLocks/>
          </p:cNvSpPr>
          <p:nvPr userDrawn="1"/>
        </p:nvSpPr>
        <p:spPr>
          <a:xfrm>
            <a:off x="331196" y="6506816"/>
            <a:ext cx="4680000" cy="1188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tx1"/>
              </a:solidFill>
            </a:endParaRPr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5C386B42-EC01-4B2F-B9D0-222BF08DAE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1564" y="6159885"/>
            <a:ext cx="641700" cy="334800"/>
          </a:xfrm>
          <a:prstGeom prst="rect">
            <a:avLst/>
          </a:prstGeom>
        </p:spPr>
      </p:pic>
      <p:pic>
        <p:nvPicPr>
          <p:cNvPr id="16" name="Picture 15" hidden="1">
            <a:extLst>
              <a:ext uri="{FF2B5EF4-FFF2-40B4-BE49-F238E27FC236}">
                <a16:creationId xmlns:a16="http://schemas.microsoft.com/office/drawing/2014/main" id="{036CB24E-7C2A-4A22-B9E0-3E9AC4C5DC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4616450"/>
          </a:xfrm>
          <a:prstGeom prst="rect">
            <a:avLst/>
          </a:prstGeom>
        </p:spPr>
      </p:pic>
      <p:sp>
        <p:nvSpPr>
          <p:cNvPr id="15" name="pole tekstowe 10">
            <a:extLst>
              <a:ext uri="{FF2B5EF4-FFF2-40B4-BE49-F238E27FC236}">
                <a16:creationId xmlns:a16="http://schemas.microsoft.com/office/drawing/2014/main" id="{5110454C-D5C1-472A-9031-68574887B116}"/>
              </a:ext>
            </a:extLst>
          </p:cNvPr>
          <p:cNvSpPr txBox="1"/>
          <p:nvPr userDrawn="1"/>
        </p:nvSpPr>
        <p:spPr bwMode="gray">
          <a:xfrm>
            <a:off x="8524630" y="6339194"/>
            <a:ext cx="236220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en-US" sz="1100" dirty="0"/>
              <a:t>B&amp;R</a:t>
            </a:r>
            <a:r>
              <a:rPr lang="en-US" sz="1300" dirty="0">
                <a:latin typeface="ABBvoice Light"/>
              </a:rPr>
              <a:t> |</a:t>
            </a:r>
            <a:r>
              <a:rPr lang="en-US" sz="1100" dirty="0"/>
              <a:t> A member of the ABB Group</a:t>
            </a:r>
          </a:p>
        </p:txBody>
      </p:sp>
    </p:spTree>
    <p:extLst>
      <p:ext uri="{BB962C8B-B14F-4D97-AF65-F5344CB8AC3E}">
        <p14:creationId xmlns:p14="http://schemas.microsoft.com/office/powerpoint/2010/main" val="142373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84B59861-2540-4875-98F0-BC4AD7A434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1432" b="11253"/>
          <a:stretch/>
        </p:blipFill>
        <p:spPr>
          <a:xfrm>
            <a:off x="-1" y="0"/>
            <a:ext cx="12191999" cy="4616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272EA1-7C97-4CB4-A2F2-14BEE5DC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325037"/>
            <a:ext cx="9787525" cy="486000"/>
          </a:xfrm>
        </p:spPr>
        <p:txBody>
          <a:bodyPr/>
          <a:lstStyle>
            <a:lvl1pPr>
              <a:defRPr sz="3200"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B5F8F87-3B65-4B62-9068-930D3EF1A8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0" y="5808186"/>
            <a:ext cx="9787525" cy="486000"/>
          </a:xfrm>
          <a:prstGeom prst="rect">
            <a:avLst/>
          </a:prstGeom>
        </p:spPr>
        <p:txBody>
          <a:bodyPr lIns="0"/>
          <a:lstStyle>
            <a:lvl1pPr>
              <a:defRPr sz="32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7E904-B25D-407B-9176-B1EC3BAEE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136445"/>
            <a:ext cx="9787525" cy="185926"/>
          </a:xfrm>
          <a:prstGeom prst="rect">
            <a:avLst/>
          </a:prstGeom>
        </p:spPr>
        <p:txBody>
          <a:bodyPr lIns="0" anchor="t"/>
          <a:lstStyle>
            <a:lvl1pPr>
              <a:spcBef>
                <a:spcPts val="0"/>
              </a:spcBef>
              <a:defRPr sz="1200" cap="all" spc="200" baseline="0"/>
            </a:lvl1pPr>
          </a:lstStyle>
          <a:p>
            <a:pPr lvl="0"/>
            <a:r>
              <a:rPr lang="en-US" noProof="0" dirty="0"/>
              <a:t>DATE OR OTHER INFORMATION – THIS LINE IS NOT OBLIGATORY</a:t>
            </a:r>
          </a:p>
        </p:txBody>
      </p:sp>
      <p:sp>
        <p:nvSpPr>
          <p:cNvPr id="17" name="Textbox for metadata">
            <a:extLst>
              <a:ext uri="{FF2B5EF4-FFF2-40B4-BE49-F238E27FC236}">
                <a16:creationId xmlns:a16="http://schemas.microsoft.com/office/drawing/2014/main" id="{6B86C07B-CDAA-4A46-9313-989CF5D0ACB7}"/>
              </a:ext>
            </a:extLst>
          </p:cNvPr>
          <p:cNvSpPr txBox="1">
            <a:spLocks/>
          </p:cNvSpPr>
          <p:nvPr userDrawn="1"/>
        </p:nvSpPr>
        <p:spPr>
          <a:xfrm>
            <a:off x="331196" y="6506816"/>
            <a:ext cx="4680000" cy="1188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tx1"/>
              </a:solidFill>
            </a:endParaRPr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5C386B42-EC01-4B2F-B9D0-222BF08DAE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1564" y="6159885"/>
            <a:ext cx="641700" cy="334800"/>
          </a:xfrm>
          <a:prstGeom prst="rect">
            <a:avLst/>
          </a:prstGeom>
        </p:spPr>
      </p:pic>
      <p:pic>
        <p:nvPicPr>
          <p:cNvPr id="16" name="Picture 15" hidden="1">
            <a:extLst>
              <a:ext uri="{FF2B5EF4-FFF2-40B4-BE49-F238E27FC236}">
                <a16:creationId xmlns:a16="http://schemas.microsoft.com/office/drawing/2014/main" id="{036CB24E-7C2A-4A22-B9E0-3E9AC4C5DC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4616450"/>
          </a:xfrm>
          <a:prstGeom prst="rect">
            <a:avLst/>
          </a:prstGeom>
        </p:spPr>
      </p:pic>
      <p:sp>
        <p:nvSpPr>
          <p:cNvPr id="15" name="pole tekstowe 10">
            <a:extLst>
              <a:ext uri="{FF2B5EF4-FFF2-40B4-BE49-F238E27FC236}">
                <a16:creationId xmlns:a16="http://schemas.microsoft.com/office/drawing/2014/main" id="{5110454C-D5C1-472A-9031-68574887B116}"/>
              </a:ext>
            </a:extLst>
          </p:cNvPr>
          <p:cNvSpPr txBox="1"/>
          <p:nvPr userDrawn="1"/>
        </p:nvSpPr>
        <p:spPr bwMode="gray">
          <a:xfrm>
            <a:off x="8524630" y="6339194"/>
            <a:ext cx="236220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en-US" sz="1100" dirty="0"/>
              <a:t>B&amp;R</a:t>
            </a:r>
            <a:r>
              <a:rPr lang="en-US" sz="1300" dirty="0">
                <a:latin typeface="ABBvoice Light"/>
              </a:rPr>
              <a:t> |</a:t>
            </a:r>
            <a:r>
              <a:rPr lang="en-US" sz="1100" dirty="0"/>
              <a:t> A member of the ABB Group</a:t>
            </a:r>
          </a:p>
        </p:txBody>
      </p:sp>
    </p:spTree>
    <p:extLst>
      <p:ext uri="{BB962C8B-B14F-4D97-AF65-F5344CB8AC3E}">
        <p14:creationId xmlns:p14="http://schemas.microsoft.com/office/powerpoint/2010/main" val="315562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text, person, person&#10;&#10;Description automatically generated">
            <a:extLst>
              <a:ext uri="{FF2B5EF4-FFF2-40B4-BE49-F238E27FC236}">
                <a16:creationId xmlns:a16="http://schemas.microsoft.com/office/drawing/2014/main" id="{88BCDE34-3550-4331-9A42-8E09E3AD75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"/>
          <a:stretch/>
        </p:blipFill>
        <p:spPr>
          <a:xfrm>
            <a:off x="0" y="0"/>
            <a:ext cx="12192000" cy="461644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DA95573-D6E2-4AE8-BC7C-9ED41474E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325037"/>
            <a:ext cx="9787525" cy="486000"/>
          </a:xfrm>
        </p:spPr>
        <p:txBody>
          <a:bodyPr/>
          <a:lstStyle>
            <a:lvl1pPr>
              <a:defRPr sz="3200"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4B7DFE2-ECC3-43F8-84A5-7C854EDDC7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0" y="5808186"/>
            <a:ext cx="9787525" cy="486000"/>
          </a:xfrm>
          <a:prstGeom prst="rect">
            <a:avLst/>
          </a:prstGeom>
        </p:spPr>
        <p:txBody>
          <a:bodyPr lIns="0"/>
          <a:lstStyle>
            <a:lvl1pPr>
              <a:defRPr sz="32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7223CF7-4278-4148-85A7-A9569B5C54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1200" y="5136445"/>
            <a:ext cx="9787525" cy="185926"/>
          </a:xfrm>
          <a:prstGeom prst="rect">
            <a:avLst/>
          </a:prstGeom>
        </p:spPr>
        <p:txBody>
          <a:bodyPr lIns="0" anchor="t"/>
          <a:lstStyle>
            <a:lvl1pPr>
              <a:spcBef>
                <a:spcPts val="0"/>
              </a:spcBef>
              <a:defRPr sz="1200" cap="all" spc="200" baseline="0"/>
            </a:lvl1pPr>
          </a:lstStyle>
          <a:p>
            <a:pPr lvl="0"/>
            <a:r>
              <a:rPr lang="en-US" noProof="0" dirty="0"/>
              <a:t>DATE OR OTHER INFORMATION – THIS LINE IS NOT OBLIGATORY</a:t>
            </a:r>
          </a:p>
        </p:txBody>
      </p:sp>
      <p:sp>
        <p:nvSpPr>
          <p:cNvPr id="33" name="Textbox for metadata">
            <a:extLst>
              <a:ext uri="{FF2B5EF4-FFF2-40B4-BE49-F238E27FC236}">
                <a16:creationId xmlns:a16="http://schemas.microsoft.com/office/drawing/2014/main" id="{99A66A49-8F92-4F89-AFD0-110E26BF2680}"/>
              </a:ext>
            </a:extLst>
          </p:cNvPr>
          <p:cNvSpPr txBox="1">
            <a:spLocks/>
          </p:cNvSpPr>
          <p:nvPr userDrawn="1"/>
        </p:nvSpPr>
        <p:spPr>
          <a:xfrm>
            <a:off x="331196" y="6506816"/>
            <a:ext cx="4680000" cy="1188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tx1"/>
              </a:solidFill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BE343CED-83E6-4A7C-9BEB-EA977552C5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1564" y="6159885"/>
            <a:ext cx="641700" cy="3348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E5A6E-F1A7-4BF2-BF43-73AD07B192A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0" y="4364450"/>
            <a:ext cx="3052800" cy="252000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pole tekstowe 10">
            <a:extLst>
              <a:ext uri="{FF2B5EF4-FFF2-40B4-BE49-F238E27FC236}">
                <a16:creationId xmlns:a16="http://schemas.microsoft.com/office/drawing/2014/main" id="{058BA701-0398-4DAE-9F06-D20697DCC77F}"/>
              </a:ext>
            </a:extLst>
          </p:cNvPr>
          <p:cNvSpPr txBox="1"/>
          <p:nvPr userDrawn="1"/>
        </p:nvSpPr>
        <p:spPr bwMode="gray">
          <a:xfrm>
            <a:off x="8524630" y="6339194"/>
            <a:ext cx="236220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en-US" sz="1100" dirty="0"/>
              <a:t>B&amp;R</a:t>
            </a:r>
            <a:r>
              <a:rPr lang="en-US" sz="1300" dirty="0">
                <a:latin typeface="ABBvoice Light"/>
              </a:rPr>
              <a:t> |</a:t>
            </a:r>
            <a:r>
              <a:rPr lang="en-US" sz="1100" dirty="0"/>
              <a:t> A member of the ABB Group</a:t>
            </a:r>
          </a:p>
        </p:txBody>
      </p:sp>
    </p:spTree>
    <p:extLst>
      <p:ext uri="{BB962C8B-B14F-4D97-AF65-F5344CB8AC3E}">
        <p14:creationId xmlns:p14="http://schemas.microsoft.com/office/powerpoint/2010/main" val="2824996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D93B1FE-B926-469A-85A8-E00CA4FBFE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4616450"/>
          </a:xfrm>
          <a:prstGeom prst="rect">
            <a:avLst/>
          </a:prstGeom>
          <a:solidFill>
            <a:schemeClr val="accent4"/>
          </a:solidFill>
        </p:spPr>
        <p:txBody>
          <a:bodyPr lIns="0" tIns="792000" rIns="0" bIns="0" anchor="ctr"/>
          <a:lstStyle>
            <a:lvl1pPr algn="ctr">
              <a:defRPr sz="16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DA95573-D6E2-4AE8-BC7C-9ED41474E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325037"/>
            <a:ext cx="9787525" cy="486000"/>
          </a:xfrm>
        </p:spPr>
        <p:txBody>
          <a:bodyPr/>
          <a:lstStyle>
            <a:lvl1pPr>
              <a:defRPr sz="3200"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4B7DFE2-ECC3-43F8-84A5-7C854EDDC7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0" y="5808186"/>
            <a:ext cx="9787525" cy="486000"/>
          </a:xfrm>
          <a:prstGeom prst="rect">
            <a:avLst/>
          </a:prstGeom>
        </p:spPr>
        <p:txBody>
          <a:bodyPr lIns="0"/>
          <a:lstStyle>
            <a:lvl1pPr>
              <a:defRPr sz="32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7223CF7-4278-4148-85A7-A9569B5C54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1200" y="5136445"/>
            <a:ext cx="9787525" cy="185926"/>
          </a:xfrm>
          <a:prstGeom prst="rect">
            <a:avLst/>
          </a:prstGeom>
        </p:spPr>
        <p:txBody>
          <a:bodyPr lIns="0" anchor="t"/>
          <a:lstStyle>
            <a:lvl1pPr>
              <a:spcBef>
                <a:spcPts val="0"/>
              </a:spcBef>
              <a:defRPr sz="1200" cap="all" spc="200" baseline="0"/>
            </a:lvl1pPr>
          </a:lstStyle>
          <a:p>
            <a:pPr lvl="0"/>
            <a:r>
              <a:rPr lang="en-US" noProof="0" dirty="0"/>
              <a:t>DATE OR OTHER INFORMATION – THIS LINE IS NOT OBLIGATORY</a:t>
            </a:r>
          </a:p>
        </p:txBody>
      </p:sp>
      <p:sp>
        <p:nvSpPr>
          <p:cNvPr id="33" name="Textbox for metadata">
            <a:extLst>
              <a:ext uri="{FF2B5EF4-FFF2-40B4-BE49-F238E27FC236}">
                <a16:creationId xmlns:a16="http://schemas.microsoft.com/office/drawing/2014/main" id="{99A66A49-8F92-4F89-AFD0-110E26BF2680}"/>
              </a:ext>
            </a:extLst>
          </p:cNvPr>
          <p:cNvSpPr txBox="1">
            <a:spLocks/>
          </p:cNvSpPr>
          <p:nvPr userDrawn="1"/>
        </p:nvSpPr>
        <p:spPr>
          <a:xfrm>
            <a:off x="331196" y="6506816"/>
            <a:ext cx="4680000" cy="1188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tx1"/>
              </a:solidFill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BE343CED-83E6-4A7C-9BEB-EA977552C5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1564" y="6159885"/>
            <a:ext cx="641700" cy="3348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E5A6E-F1A7-4BF2-BF43-73AD07B192A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0" y="4364450"/>
            <a:ext cx="3052800" cy="252000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1" name="pole tekstowe 10">
            <a:extLst>
              <a:ext uri="{FF2B5EF4-FFF2-40B4-BE49-F238E27FC236}">
                <a16:creationId xmlns:a16="http://schemas.microsoft.com/office/drawing/2014/main" id="{2816F028-DFB4-46A6-BF69-6A6971BE5020}"/>
              </a:ext>
            </a:extLst>
          </p:cNvPr>
          <p:cNvSpPr txBox="1"/>
          <p:nvPr userDrawn="1"/>
        </p:nvSpPr>
        <p:spPr bwMode="gray">
          <a:xfrm>
            <a:off x="8524630" y="6339194"/>
            <a:ext cx="236220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en-US" sz="1100" dirty="0"/>
              <a:t>B&amp;R</a:t>
            </a:r>
            <a:r>
              <a:rPr lang="en-US" sz="1300" dirty="0">
                <a:latin typeface="ABBvoice Light"/>
              </a:rPr>
              <a:t> |</a:t>
            </a:r>
            <a:r>
              <a:rPr lang="en-US" sz="1100" dirty="0"/>
              <a:t> A member of the ABB Group</a:t>
            </a:r>
          </a:p>
        </p:txBody>
      </p:sp>
    </p:spTree>
    <p:extLst>
      <p:ext uri="{BB962C8B-B14F-4D97-AF65-F5344CB8AC3E}">
        <p14:creationId xmlns:p14="http://schemas.microsoft.com/office/powerpoint/2010/main" val="172101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yellow background&#10;&#10;Description automatically generated with low confidence">
            <a:extLst>
              <a:ext uri="{FF2B5EF4-FFF2-40B4-BE49-F238E27FC236}">
                <a16:creationId xmlns:a16="http://schemas.microsoft.com/office/drawing/2014/main" id="{5CEE5CCE-973D-4968-9DB5-180099B560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ADAAE6-C7C8-41CD-B37C-3EE1E898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3" y="1927225"/>
            <a:ext cx="7829551" cy="1685925"/>
          </a:xfrm>
        </p:spPr>
        <p:txBody>
          <a:bodyPr lIns="0" tIns="0" rIns="0" bIns="0"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to edit Master title style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FB15AE-F1E7-4CD7-82FA-8B019A3731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5373" y="3634591"/>
            <a:ext cx="7829552" cy="168592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9585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AAE6-C7C8-41CD-B37C-3EE1E898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998" y="1927225"/>
            <a:ext cx="7830000" cy="1684800"/>
          </a:xfrm>
        </p:spPr>
        <p:txBody>
          <a:bodyPr lIns="0" tIns="0" rIns="0" bIns="0" anchor="b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9D52E-CC8F-43C0-B5C0-F6F258864D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7998" y="3634591"/>
            <a:ext cx="7830000" cy="1684800"/>
          </a:xfrm>
        </p:spPr>
        <p:txBody>
          <a:bodyPr/>
          <a:lstStyle>
            <a:lvl1pPr>
              <a:defRPr sz="48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8559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25B3-798C-47FD-B05F-B2F3AB03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FEBAA7B-0B2E-41DA-8401-829266F20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0" y="921600"/>
            <a:ext cx="115306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289BAEE-D351-4460-976F-80EE4A24A9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1929600"/>
            <a:ext cx="115306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Font typeface="ABBvoice Light" panose="020D0403020503020204" pitchFamily="34" charset="0"/>
              <a:buNone/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284400" indent="-284400">
              <a:spcBef>
                <a:spcPts val="1200"/>
              </a:spcBef>
              <a:buFont typeface="ABBvoice Light" panose="020D0403020503020204" pitchFamily="34" charset="0"/>
              <a:buChar char="–"/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568800" indent="-284400">
              <a:spcBef>
                <a:spcPts val="1200"/>
              </a:spcBef>
              <a:buFont typeface="ABBvoice" panose="020D0603020503020204" pitchFamily="34" charset="0"/>
              <a:buChar char="•"/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568800" indent="-284400">
              <a:spcBef>
                <a:spcPts val="1200"/>
              </a:spcBef>
              <a:buFont typeface="ABBvoice" panose="020D0603020503020204" pitchFamily="34" charset="0"/>
              <a:buChar char="•"/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568800" indent="-284400">
              <a:spcBef>
                <a:spcPts val="1200"/>
              </a:spcBef>
              <a:buFont typeface="ABBvoice" panose="020D0603020503020204" pitchFamily="34" charset="0"/>
              <a:buChar char="•"/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E1B39-5C80-4225-BFC0-8B0FA7ABAB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732F8-4FA8-4FDC-A795-6371BBB4E79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smtClean="0"/>
              <a:pPr/>
              <a:t>March 2,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7AAD1-CD9E-4BAD-B4F6-882B69FA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54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25B3-798C-47FD-B05F-B2F3AB03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FEBAA7B-0B2E-41DA-8401-829266F20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200" y="921600"/>
            <a:ext cx="115306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E1B39-5C80-4225-BFC0-8B0FA7ABAB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732F8-4FA8-4FDC-A795-6371BBB4E79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smtClean="0"/>
              <a:pPr/>
              <a:t>March 2,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7AAD1-CD9E-4BAD-B4F6-882B69FA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C82449-7657-49B8-B5CF-B13AA1521C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774" y="1936527"/>
            <a:ext cx="767601" cy="4240436"/>
          </a:xfrm>
        </p:spPr>
        <p:txBody>
          <a:bodyPr anchor="ctr"/>
          <a:lstStyle>
            <a:lvl1pPr algn="r">
              <a:defRPr sz="2000" b="1">
                <a:solidFill>
                  <a:schemeClr val="bg2"/>
                </a:solidFill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algn="r">
              <a:defRPr sz="2400" b="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algn="r">
              <a:defRPr sz="2400" b="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algn="r">
              <a:defRPr sz="2400" b="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algn="r">
              <a:defRPr sz="2400" b="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dirty="0"/>
              <a:t>01.</a:t>
            </a:r>
          </a:p>
          <a:p>
            <a:pPr lvl="0"/>
            <a:r>
              <a:rPr lang="en-US" dirty="0"/>
              <a:t>02.</a:t>
            </a:r>
          </a:p>
          <a:p>
            <a:pPr lvl="0"/>
            <a:r>
              <a:rPr lang="en-US" dirty="0"/>
              <a:t>03.</a:t>
            </a:r>
          </a:p>
          <a:p>
            <a:pPr lvl="0"/>
            <a:r>
              <a:rPr lang="en-US" dirty="0"/>
              <a:t>04.</a:t>
            </a:r>
          </a:p>
          <a:p>
            <a:pPr lvl="0"/>
            <a:r>
              <a:rPr lang="en-US" dirty="0"/>
              <a:t>05.</a:t>
            </a:r>
          </a:p>
          <a:p>
            <a:pPr lvl="0"/>
            <a:r>
              <a:rPr lang="en-US" dirty="0"/>
              <a:t>06.</a:t>
            </a:r>
          </a:p>
          <a:p>
            <a:pPr lvl="0"/>
            <a:r>
              <a:rPr lang="en-US" dirty="0"/>
              <a:t>07.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DF55FD-189B-4F2A-A2F6-10700C9F88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09688" y="1936526"/>
            <a:ext cx="10552111" cy="4240435"/>
          </a:xfrm>
        </p:spPr>
        <p:txBody>
          <a:bodyPr anchor="ctr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972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7A0A1F6-D28F-445F-86A8-4985AF8BE52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199" y="1929600"/>
            <a:ext cx="11530011" cy="424815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921600"/>
            <a:ext cx="11530011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smtClean="0"/>
              <a:pPr/>
              <a:t>March 2,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91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600" cy="367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921600"/>
            <a:ext cx="11530011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D13B44-2ED7-4317-A623-6B66EEF7246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199" y="1929600"/>
            <a:ext cx="11530011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0191ABF5-A638-4274-A939-005952C0BF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6992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600" cy="367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921600"/>
            <a:ext cx="11530011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D13B44-2ED7-4317-A623-6B66EEF7246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199" y="2317637"/>
            <a:ext cx="11530011" cy="3193962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7EB647C7-C6C0-458F-916D-92A3818855C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1199" y="1929600"/>
            <a:ext cx="11530011" cy="253592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53D6A4D-9936-42D0-AC4D-FBDE81F97C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2118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921600"/>
            <a:ext cx="11530011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B5336C-3364-49A8-B303-FFEDF4FEBDF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5658438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A2A16399-43BB-47C9-B960-482AB4AC598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03361" y="1929600"/>
            <a:ext cx="5658438" cy="358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D248592-FF76-4D0C-820C-440D43E136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7223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921600"/>
            <a:ext cx="11530011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B5336C-3364-49A8-B303-FFEDF4FEBDF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2317637"/>
            <a:ext cx="5658438" cy="3193962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A2A16399-43BB-47C9-B960-482AB4AC598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03361" y="2317637"/>
            <a:ext cx="5658438" cy="3193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16E8EA06-F8FC-49A9-A139-19792C8D08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1199" y="1929600"/>
            <a:ext cx="5658439" cy="253592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8D40EE9E-5785-4471-8A7D-6EDB4494F68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03361" y="1929600"/>
            <a:ext cx="5658439" cy="253592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807EBA1-9E93-40B5-AB47-FE6B3497E9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3126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921600"/>
            <a:ext cx="11530011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5E783B-432D-48FF-919E-E9841F6E7CD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3701050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CE0F0C72-0A6F-47EB-B787-31465205AA0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5975" y="1929600"/>
            <a:ext cx="3701050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FDDA8A-CD8B-4264-BB35-5DED5E32A8B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60749" y="1929600"/>
            <a:ext cx="3701050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4F12F13-0517-4E0E-8E16-1636B7C145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5561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921600"/>
            <a:ext cx="11530011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65E783B-432D-48FF-919E-E9841F6E7CD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2317636"/>
            <a:ext cx="3701050" cy="3193963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CE0F0C72-0A6F-47EB-B787-31465205AA0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5975" y="2317636"/>
            <a:ext cx="3701050" cy="3193963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FDDA8A-CD8B-4264-BB35-5DED5E32A8B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60749" y="2317636"/>
            <a:ext cx="3701050" cy="3193963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706B61B5-5ECE-42A3-B17B-C8474A1712E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199" y="1929600"/>
            <a:ext cx="3701051" cy="253592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2773C736-6DC9-4D25-9135-9FEE1C01F06F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45975" y="1929600"/>
            <a:ext cx="3701051" cy="253592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378A027D-384E-4893-8ACE-7EB49A9DD383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60749" y="1929600"/>
            <a:ext cx="3701051" cy="253592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449C90DB-E14A-489D-A9C1-BC279A96B9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6895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921600"/>
            <a:ext cx="11530011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0AB117-4C73-4A20-9957-79D439C51B4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2721563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7308727B-EED5-46EC-841D-047A6193C6F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67545" y="1929600"/>
            <a:ext cx="2721563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649CA4A0-E652-4ED8-94BE-90A9E06898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3890" y="1929600"/>
            <a:ext cx="2721563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AD8153C1-25B9-4517-970E-E26DC9F1778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140236" y="1929600"/>
            <a:ext cx="2721563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960817C6-275D-460F-9252-B93D047D69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33473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6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8" y="921600"/>
            <a:ext cx="11530011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0AB117-4C73-4A20-9957-79D439C51B4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2317636"/>
            <a:ext cx="2721563" cy="3193964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7308727B-EED5-46EC-841D-047A6193C6F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67545" y="2317636"/>
            <a:ext cx="2721563" cy="3193964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649CA4A0-E652-4ED8-94BE-90A9E06898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3890" y="2317636"/>
            <a:ext cx="2721563" cy="3193964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AD8153C1-25B9-4517-970E-E26DC9F1778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140236" y="2317636"/>
            <a:ext cx="2721563" cy="3193964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268A3033-04CA-4439-8559-F7AE384EA32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1200" y="1929600"/>
            <a:ext cx="2721563" cy="253592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4D699DA1-1B8F-4C83-8F6C-063B993E67C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67545" y="1929600"/>
            <a:ext cx="2721563" cy="253592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91F962DF-57F1-4D07-A843-D3883581732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03890" y="1929600"/>
            <a:ext cx="2721563" cy="253592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4DC621D3-00B6-4873-80E9-80B2E963CB27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140236" y="1929600"/>
            <a:ext cx="2721563" cy="253592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0E266E3-5FFB-41B2-9494-480B63C0ED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4633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11B9042-212B-46A5-9683-B0E80DA3872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5658438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CC8272B2-E586-4FA2-8B90-41D4FAB96F2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200" y="3827714"/>
            <a:ext cx="5658438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B4EE1E65-7497-40C2-9994-C31475F1F07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4151" y="1929600"/>
            <a:ext cx="5658438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80A57BBC-5882-4E81-BCA2-FF31B00865E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04151" y="3827714"/>
            <a:ext cx="5658438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0A4B2B-8988-4AFD-A14B-AAA7F09DD5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8494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928EB5-CEDF-4A8E-81B5-DCF53570E95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5658438" cy="1685138"/>
          </a:xfrm>
          <a:prstGeom prst="rect">
            <a:avLst/>
          </a:prstGeom>
          <a:solidFill>
            <a:schemeClr val="accent5"/>
          </a:solidFill>
        </p:spPr>
        <p:txBody>
          <a:bodyPr lIns="108000" tIns="108000" rIns="108000" bIns="10800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43B0B81C-97D4-4F96-B86E-78446A115C9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200" y="3827714"/>
            <a:ext cx="5658438" cy="1685138"/>
          </a:xfrm>
          <a:prstGeom prst="rect">
            <a:avLst/>
          </a:prstGeom>
          <a:solidFill>
            <a:schemeClr val="accent5"/>
          </a:solidFill>
        </p:spPr>
        <p:txBody>
          <a:bodyPr lIns="108000" tIns="108000" rIns="108000" bIns="10800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01D9841E-35A4-4050-896A-91A2DAC646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4151" y="1929600"/>
            <a:ext cx="5658438" cy="1685138"/>
          </a:xfrm>
          <a:prstGeom prst="rect">
            <a:avLst/>
          </a:prstGeom>
          <a:solidFill>
            <a:schemeClr val="accent5"/>
          </a:solidFill>
        </p:spPr>
        <p:txBody>
          <a:bodyPr lIns="108000" tIns="108000" rIns="108000" bIns="10800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25AE70BE-1AE8-4A0C-AE03-7895C4186A5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04151" y="3827714"/>
            <a:ext cx="5658438" cy="1685138"/>
          </a:xfrm>
          <a:prstGeom prst="rect">
            <a:avLst/>
          </a:prstGeom>
          <a:solidFill>
            <a:schemeClr val="accent5"/>
          </a:solidFill>
        </p:spPr>
        <p:txBody>
          <a:bodyPr lIns="108000" tIns="108000" rIns="108000" bIns="10800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E790894-8E0F-44FE-8E80-5B61F5EE8C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871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CD7502-5938-4389-B579-94E4A626E74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2134159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CA0C8084-3849-47AB-874C-D79A49627A9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680508" y="1929600"/>
            <a:ext cx="2134159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705789A-64BC-481F-BB51-3113BE639E7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029816" y="1929600"/>
            <a:ext cx="2134159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E37C0D0A-A50A-45C1-8190-526E16A1EF9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379124" y="1929600"/>
            <a:ext cx="2134159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369E9214-F99C-45F1-92F0-86CA4C2DF62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728430" y="1929600"/>
            <a:ext cx="2134159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CA02EF2-4CA1-4BAA-BEF7-557FE01D70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4829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C069AE-4595-4F69-A33D-19262102106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1743663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9819553D-0FB3-43C0-986B-7FC595AE43C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288745" y="1929600"/>
            <a:ext cx="1743663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BFE61DB2-D5AC-443E-944E-263599532F8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46290" y="1929600"/>
            <a:ext cx="1743663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28E24C1F-EA44-4316-85CB-A3FD5270437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03835" y="1929600"/>
            <a:ext cx="1743663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0FB7471F-CC87-42BF-8FF7-FCFD02E0975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61380" y="1929600"/>
            <a:ext cx="1743663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9FEC9E4E-C67E-4E57-9B58-24B9E177B04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10118926" y="1929600"/>
            <a:ext cx="1743663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2881809-A7B5-4526-BBA2-7A02D8A695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6021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4CEC49-D3F2-4087-B090-CC600446878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3701050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AE0F39AC-3C30-4653-B2FB-5DEED05220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5975" y="1929600"/>
            <a:ext cx="3701050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CDF745A-5CCE-4066-B327-433778B0EA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60749" y="1929600"/>
            <a:ext cx="3701050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CDA5DF35-04D6-4B3E-8C90-1E98EBB7C18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1200" y="3827714"/>
            <a:ext cx="3701050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22076C0C-4A2D-44FD-B598-286736F29BC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45975" y="3827714"/>
            <a:ext cx="3701050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E41F7DA0-0F6C-441C-B565-0C058C2E150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60749" y="3827714"/>
            <a:ext cx="3701050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1ECC15F-7C10-4935-8982-A8422A134E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53405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2E957E-1838-4CD0-B6A0-51FEFF23F39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1929600"/>
            <a:ext cx="2721563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D15157C6-6D4A-4DDE-9987-9DB9A432B24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67545" y="1929600"/>
            <a:ext cx="2721563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54051EE1-49F6-492B-B13B-31EA841D39F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03890" y="1929600"/>
            <a:ext cx="2721563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AD543771-ECCC-4B61-B10B-B29AC251EB7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140236" y="1929600"/>
            <a:ext cx="2721563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20E6F15F-BCD7-43EA-B6A7-A9D7E7E08A3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1200" y="3827714"/>
            <a:ext cx="2721563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75A95EF1-3692-4526-8F7E-86DF4458BD9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67545" y="3827714"/>
            <a:ext cx="2721563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25D091E8-36DA-49BB-805A-67B1175FE09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03890" y="3827714"/>
            <a:ext cx="2721563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30B3BAED-A68C-44C5-936A-FECF662C445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140236" y="3827714"/>
            <a:ext cx="2721563" cy="168513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2C0C9163-1A50-4D9E-8C77-630EB66F52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228346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AF416F-3BC8-4A49-A9DA-4F4E14BD9EE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289175" y="1929600"/>
            <a:ext cx="9574213" cy="1080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7CD77F5C-7E22-4988-898D-D00F5D9CD09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289175" y="3178800"/>
            <a:ext cx="9574213" cy="1080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83810668-C703-445D-9664-9098F49777F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289175" y="4428000"/>
            <a:ext cx="9574213" cy="1080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FB1884A1-CF89-46FD-90B2-856A4770133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31201" y="1929600"/>
            <a:ext cx="1743664" cy="10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BFD86A11-87FF-4DCC-B9D2-B666660C6E7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31201" y="3178800"/>
            <a:ext cx="1743664" cy="10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6F97BA98-5A30-4E5F-B616-3DD2FB54351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31201" y="4428000"/>
            <a:ext cx="1743664" cy="10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F332D07F-212A-4F1F-A913-9C992990BD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2919195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6E3F5E-86F1-4189-95E6-3E3FCAA7E57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289175" y="1929600"/>
            <a:ext cx="9574213" cy="79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A9473803-25B0-48E7-A720-3DC0D09F9EA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2289175" y="2858400"/>
            <a:ext cx="9574213" cy="79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70FEA12C-85FF-468F-97EE-32C99D8CFE06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2289175" y="3787200"/>
            <a:ext cx="9574213" cy="79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8238CB58-E5B8-4AB2-95E4-2BACE430AD48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2289175" y="4716000"/>
            <a:ext cx="9574213" cy="79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D4BF1D29-3435-4164-B890-745B9AB2B2B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31201" y="1929600"/>
            <a:ext cx="1743664" cy="79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6F29A2FA-2B0C-4A45-92DB-06D5B9DEBF74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31201" y="2858400"/>
            <a:ext cx="1743664" cy="79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97709378-E74F-4797-905F-17F4A059970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331201" y="3787200"/>
            <a:ext cx="1743664" cy="79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F1E9E9DA-7BA5-4FCB-9176-B988B0CD8A78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1201" y="4716000"/>
            <a:ext cx="1743664" cy="79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C1B99B3E-00B2-4B94-8810-1F4D372410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7227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05538" y="1929600"/>
            <a:ext cx="5657850" cy="3582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B71CB31-8784-427F-9939-4AB0493804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200" y="1929600"/>
            <a:ext cx="5658438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21879CC-FD5F-4989-BE5B-B088F2C720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317826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&amp; pictur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05538" y="0"/>
            <a:ext cx="5986462" cy="6858000"/>
          </a:xfrm>
          <a:prstGeom prst="rect">
            <a:avLst/>
          </a:prstGeom>
        </p:spPr>
        <p:txBody>
          <a:bodyPr lIns="0" tIns="324000" rIns="0" bIns="0"/>
          <a:lstStyle/>
          <a:p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4896438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4895849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4AF48D9-D62A-43F2-B1B1-80F00328C2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200" y="1929600"/>
            <a:ext cx="4896438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31201" y="6343200"/>
            <a:ext cx="4896437" cy="158400"/>
          </a:xfrm>
        </p:spPr>
        <p:txBody>
          <a:bodyPr lIns="0" tIns="0" rIns="0" bIns="0"/>
          <a:lstStyle/>
          <a:p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DD9F5777-A3D9-4599-9CC2-5EBB52048CF2}"/>
              </a:ext>
            </a:extLst>
          </p:cNvPr>
          <p:cNvSpPr txBox="1">
            <a:spLocks/>
          </p:cNvSpPr>
          <p:nvPr userDrawn="1"/>
        </p:nvSpPr>
        <p:spPr>
          <a:xfrm>
            <a:off x="2311200" y="6548400"/>
            <a:ext cx="1565275" cy="1188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©B&amp;R. All rights reserved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D3DA3BA-220F-402E-8F65-A4D5B6FC2F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6100" y="6456066"/>
            <a:ext cx="365700" cy="1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1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46563" y="1929600"/>
            <a:ext cx="7616825" cy="3582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5BD5A4-C0CB-4E6D-82DC-F95E085D10A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1200" y="1929600"/>
            <a:ext cx="3701050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D224E81-3B71-4BD4-8650-96F92DAA0D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362323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200" y="1929600"/>
            <a:ext cx="5658438" cy="3582000"/>
          </a:xfrm>
          <a:prstGeom prst="rect">
            <a:avLst/>
          </a:prstGeom>
        </p:spPr>
        <p:txBody>
          <a:bodyPr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01C5F00-64AD-4E5C-9A89-0FB66FF3455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04151" y="1929600"/>
            <a:ext cx="5658438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C53B099-959A-4FA4-8B87-C7BCAA0E2A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99595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67075" y="1929600"/>
            <a:ext cx="5657850" cy="3582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772B2F-A922-4FD0-B70C-DF06D70EDEF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1200" y="1929600"/>
            <a:ext cx="2721563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AD2821E5-D990-439A-A494-886D9CF0829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141026" y="1929600"/>
            <a:ext cx="2721563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F139C90-52BB-4794-B21A-FE69E4C0F9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313703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&amp; 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199" y="1929600"/>
            <a:ext cx="1743663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57CBEA0-D649-41AB-96A9-0A1BAA2BBC6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05538" y="1929600"/>
            <a:ext cx="1741487" cy="168389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4FC3BCC6-F11F-4786-B6A2-A61B71BFCA5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1199" y="3827463"/>
            <a:ext cx="1743663" cy="1684137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76B3C7E3-593C-48D3-9C43-78D8CBB54B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05538" y="3827463"/>
            <a:ext cx="1741487" cy="1684137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B60418-CD27-4B6A-B47B-4BDFA7CA690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289175" y="1929600"/>
            <a:ext cx="3700463" cy="168389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0C9024FC-07E0-4B27-8F60-C634F0536A8E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289175" y="3827702"/>
            <a:ext cx="3700463" cy="168389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DD5ECF00-2F66-45D3-A4DD-E29E84C05CEF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162126" y="1929600"/>
            <a:ext cx="3700463" cy="168389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C7C9823B-43AB-4F63-9D6D-5A962847C33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162126" y="3827702"/>
            <a:ext cx="3700463" cy="168389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86F6A932-1446-4FE1-8B9F-00388D8CFC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61809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200" y="1929600"/>
            <a:ext cx="370105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A070848A-0A2B-4E42-BA39-7225BE9CE2B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46369" y="1929600"/>
            <a:ext cx="370105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0AE3C9E3-E2A8-46ED-ABF1-7303E76CEF2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61539" y="1929600"/>
            <a:ext cx="370105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9832A96F-2BC5-43BC-99A2-C5EA0E0B92E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1200" y="3828250"/>
            <a:ext cx="370105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9C12755E-FD35-421D-92FC-301A3E6C795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46370" y="3828250"/>
            <a:ext cx="370105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36658FB1-3615-4333-B392-A31BA2C7E1D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61539" y="3828250"/>
            <a:ext cx="370105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F3D969B-F1B8-417E-A3D4-EA1488C5BC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322233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3262" y="1929600"/>
            <a:ext cx="272160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1E005323-AD61-4D2C-AED7-77715F76515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69171" y="1929600"/>
            <a:ext cx="272160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E265B3D8-2A9B-4D13-BF6C-564CE2C2C1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05080" y="1929600"/>
            <a:ext cx="272160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42FC6897-A625-48C9-B09E-E8160A89BB9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40989" y="1929600"/>
            <a:ext cx="272160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ED948E42-FDE5-4236-912E-FAD45E412CE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3262" y="3828250"/>
            <a:ext cx="272160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05F2CC5F-8E4F-4642-B2B0-2BE00A82076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69171" y="3828250"/>
            <a:ext cx="272160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1D8BDEDA-0F19-4637-BBCF-46A127B54F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05080" y="3828250"/>
            <a:ext cx="272160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432A8BA0-84B2-4316-8A93-63EFB05A0FF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40989" y="3828250"/>
            <a:ext cx="2721600" cy="1685138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BB1ADEE7-69F7-4612-BA69-1E14BB9BCC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178591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199" y="4719600"/>
            <a:ext cx="5658437" cy="788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200" y="1929600"/>
            <a:ext cx="5658438" cy="26676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A070371-E7DC-4C2B-BB60-219E2F6D1C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05538" y="4719600"/>
            <a:ext cx="5657850" cy="788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FAE11EA-B7EE-4605-AC20-DF5266E57D1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05538" y="1929600"/>
            <a:ext cx="5657850" cy="26676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A00D889A-2322-4DDB-A5EF-532FA124D0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203472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4420800"/>
            <a:ext cx="3701050" cy="1087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200" y="1929600"/>
            <a:ext cx="3699460" cy="23652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A070371-E7DC-4C2B-BB60-219E2F6D1C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46563" y="4420800"/>
            <a:ext cx="3700462" cy="1087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FAE11EA-B7EE-4605-AC20-DF5266E57D1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46561" y="1929600"/>
            <a:ext cx="3700463" cy="23652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16AF0EBF-62A4-42DC-9C7E-514C93CDDD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62925" y="4420800"/>
            <a:ext cx="3700463" cy="1087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75C67401-BB72-41AA-A861-52013F7781F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62925" y="1929600"/>
            <a:ext cx="3700463" cy="23652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F6BC82E-5E7C-45F5-91CD-D280E38D1F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388096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199" y="4068000"/>
            <a:ext cx="2721563" cy="1443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199" y="1929600"/>
            <a:ext cx="2721563" cy="2016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A070371-E7DC-4C2B-BB60-219E2F6D1C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67450" y="4068000"/>
            <a:ext cx="2722563" cy="1443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FAE11EA-B7EE-4605-AC20-DF5266E57D1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7783" y="1929600"/>
            <a:ext cx="2721563" cy="2016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16AF0EBF-62A4-42DC-9C7E-514C93CDDD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4701" y="4068000"/>
            <a:ext cx="2721600" cy="1443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75C67401-BB72-41AA-A861-52013F7781F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04367" y="1929600"/>
            <a:ext cx="2721600" cy="2016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32C5289-B8D0-4FEF-9F54-0D65EFD892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40989" y="4068000"/>
            <a:ext cx="2721600" cy="1443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CA4C3A35-E23E-4C15-8D67-07EFD5F941E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40989" y="1929600"/>
            <a:ext cx="2721600" cy="2016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DAC575A-6618-4D58-8557-3418AC6A26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151806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icture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3610800"/>
            <a:ext cx="2134800" cy="1897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199" y="1929600"/>
            <a:ext cx="2134799" cy="15588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A070371-E7DC-4C2B-BB60-219E2F6D1C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80347" y="3610800"/>
            <a:ext cx="2134800" cy="1897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FAE11EA-B7EE-4605-AC20-DF5266E57D1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80346" y="1929600"/>
            <a:ext cx="2134800" cy="15588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16AF0EBF-62A4-42DC-9C7E-514C93CDDD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29494" y="3610800"/>
            <a:ext cx="2134800" cy="1897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75C67401-BB72-41AA-A861-52013F7781F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029494" y="1929600"/>
            <a:ext cx="2134800" cy="15588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32C5289-B8D0-4FEF-9F54-0D65EFD892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78641" y="3610800"/>
            <a:ext cx="2134800" cy="1897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CA4C3A35-E23E-4C15-8D67-07EFD5F941E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378642" y="1929600"/>
            <a:ext cx="2134800" cy="15588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F557D37-8C58-45BB-BCD2-B899758EECF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727789" y="3610800"/>
            <a:ext cx="2134800" cy="1897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EF28028A-6874-45E0-BC8D-8A1F2FBBA25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727789" y="1929600"/>
            <a:ext cx="2134800" cy="1558800"/>
          </a:xfrm>
          <a:prstGeom prst="rect">
            <a:avLst/>
          </a:prstGeom>
        </p:spPr>
        <p:txBody>
          <a:bodyPr/>
          <a:lstStyle/>
          <a:p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31086D8-E45A-41ED-AC3B-AE44C82490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8259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icture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3276000"/>
            <a:ext cx="1742400" cy="223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1200" y="1929600"/>
            <a:ext cx="1742400" cy="1224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6A070371-E7DC-4C2B-BB60-219E2F6D1C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88998" y="3276000"/>
            <a:ext cx="1742400" cy="223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FAE11EA-B7EE-4605-AC20-DF5266E57D1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288998" y="1929600"/>
            <a:ext cx="1742400" cy="1224000"/>
          </a:xfrm>
          <a:prstGeom prst="rect">
            <a:avLst/>
          </a:prstGeom>
        </p:spPr>
        <p:txBody>
          <a:bodyPr/>
          <a:lstStyle/>
          <a:p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16AF0EBF-62A4-42DC-9C7E-514C93CDDD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46796" y="3276000"/>
            <a:ext cx="1742400" cy="223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75C67401-BB72-41AA-A861-52013F7781F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46796" y="1929600"/>
            <a:ext cx="1742400" cy="1224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32C5289-B8D0-4FEF-9F54-0D65EFD892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04594" y="3276000"/>
            <a:ext cx="1742400" cy="223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CA4C3A35-E23E-4C15-8D67-07EFD5F941E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04594" y="1929600"/>
            <a:ext cx="1742400" cy="1224000"/>
          </a:xfrm>
          <a:prstGeom prst="rect">
            <a:avLst/>
          </a:prstGeom>
        </p:spPr>
        <p:txBody>
          <a:bodyPr/>
          <a:lstStyle/>
          <a:p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F557D37-8C58-45BB-BCD2-B899758EECF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62392" y="3276000"/>
            <a:ext cx="1742400" cy="223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EF28028A-6874-45E0-BC8D-8A1F2FBBA25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62392" y="1929600"/>
            <a:ext cx="1742400" cy="1224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620D32C3-A646-46A3-A89B-D8B54CCB20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0120189" y="3276000"/>
            <a:ext cx="1742400" cy="223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2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AF50D2F7-148B-415F-9691-B8FFA28455D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120189" y="1929600"/>
            <a:ext cx="1742400" cy="1224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760D6FD-6CAE-4F90-B86F-38E9400A0A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292477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nin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4896438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4895849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05538" y="279205"/>
            <a:ext cx="1834650" cy="16863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9548B43-B5A0-4273-B56B-10B599F0056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17138" y="279205"/>
            <a:ext cx="1834650" cy="16863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35CD4B9C-945C-40FF-BD47-450E004E75F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028738" y="279205"/>
            <a:ext cx="1834650" cy="16863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C37EE18F-5138-46F6-8F64-45A9C1B34E2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05538" y="2052205"/>
            <a:ext cx="1834650" cy="16863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31F1B58F-EB8F-46BE-AEA0-7CD46F5312C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17138" y="2052205"/>
            <a:ext cx="1834650" cy="1686395"/>
          </a:xfrm>
          <a:prstGeom prst="rect">
            <a:avLst/>
          </a:prstGeom>
        </p:spPr>
        <p:txBody>
          <a:bodyPr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A0E14069-0987-4022-836B-AAB206CC5CA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28738" y="2052205"/>
            <a:ext cx="1834650" cy="16863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742A9089-F92B-49A4-BABA-71AA8366E46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05538" y="3825205"/>
            <a:ext cx="1834650" cy="16863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C0EF4526-4C12-4244-8872-7B4E2C535F2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17138" y="3825205"/>
            <a:ext cx="1834650" cy="16863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36" name="Picture Placeholder 10">
            <a:extLst>
              <a:ext uri="{FF2B5EF4-FFF2-40B4-BE49-F238E27FC236}">
                <a16:creationId xmlns:a16="http://schemas.microsoft.com/office/drawing/2014/main" id="{2437BD9E-8D26-498F-82EA-45C3AF5A77A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028738" y="3825205"/>
            <a:ext cx="1834650" cy="16863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E84A20A-6C50-422B-A13D-BA125DC2739D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31200" y="1929600"/>
            <a:ext cx="4896438" cy="35820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C4A9BBF-197B-4C9D-B440-391CB9BAAF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45700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42F1E3-1CF0-4318-B2CA-0E8CE1BBC5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30A68600-7881-4B67-B186-6217D1ABA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600" cy="367200"/>
          </a:xfrm>
        </p:spPr>
        <p:txBody>
          <a:bodyPr/>
          <a:lstStyle/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33B759A-8EC4-474C-9D8F-27FFD7EFC0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F6A480-9627-4834-A7C2-9C9C23E027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57F29-FBD8-4C17-AA78-F7962A8410D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EB2A1-5955-4872-8062-32929D0B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56C2DE7A-A957-4B5E-8E08-FA2E5E5F5331}"/>
              </a:ext>
            </a:extLst>
          </p:cNvPr>
          <p:cNvSpPr txBox="1">
            <a:spLocks/>
          </p:cNvSpPr>
          <p:nvPr userDrawn="1"/>
        </p:nvSpPr>
        <p:spPr>
          <a:xfrm>
            <a:off x="2311200" y="6548400"/>
            <a:ext cx="1565275" cy="1188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©B&amp;R. All rights reserved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BB7E80C-0D00-4818-A5B8-CB5B6BA3A4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6100" y="6456066"/>
            <a:ext cx="365700" cy="1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7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unded picture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44EC52-177B-4EE6-B503-BC62C90040B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31789" y="2304000"/>
            <a:ext cx="2935286" cy="2935286"/>
          </a:xfrm>
          <a:custGeom>
            <a:avLst/>
            <a:gdLst>
              <a:gd name="connsiteX0" fmla="*/ 1486800 w 2973600"/>
              <a:gd name="connsiteY0" fmla="*/ 0 h 2973600"/>
              <a:gd name="connsiteX1" fmla="*/ 2973600 w 2973600"/>
              <a:gd name="connsiteY1" fmla="*/ 1486800 h 2973600"/>
              <a:gd name="connsiteX2" fmla="*/ 1486800 w 2973600"/>
              <a:gd name="connsiteY2" fmla="*/ 2973600 h 2973600"/>
              <a:gd name="connsiteX3" fmla="*/ 0 w 2973600"/>
              <a:gd name="connsiteY3" fmla="*/ 1486800 h 2973600"/>
              <a:gd name="connsiteX4" fmla="*/ 1486800 w 2973600"/>
              <a:gd name="connsiteY4" fmla="*/ 0 h 297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3600" h="2973600">
                <a:moveTo>
                  <a:pt x="1486800" y="0"/>
                </a:moveTo>
                <a:cubicBezTo>
                  <a:pt x="2307937" y="0"/>
                  <a:pt x="2973600" y="665663"/>
                  <a:pt x="2973600" y="1486800"/>
                </a:cubicBezTo>
                <a:cubicBezTo>
                  <a:pt x="2973600" y="2307937"/>
                  <a:pt x="2307937" y="2973600"/>
                  <a:pt x="1486800" y="2973600"/>
                </a:cubicBezTo>
                <a:cubicBezTo>
                  <a:pt x="665663" y="2973600"/>
                  <a:pt x="0" y="2307937"/>
                  <a:pt x="0" y="1486800"/>
                </a:cubicBezTo>
                <a:cubicBezTo>
                  <a:pt x="0" y="665663"/>
                  <a:pt x="665663" y="0"/>
                  <a:pt x="1486800" y="0"/>
                </a:cubicBezTo>
                <a:close/>
              </a:path>
            </a:pathLst>
          </a:custGeom>
        </p:spPr>
        <p:txBody>
          <a:bodyPr wrap="square" bIns="504000" anchor="ctr">
            <a:noAutofit/>
          </a:bodyPr>
          <a:lstStyle>
            <a:lvl1pPr algn="ctr">
              <a:defRPr/>
            </a:lvl1pPr>
          </a:lstStyle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32250" y="2304000"/>
            <a:ext cx="7818950" cy="23436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indent="-284400">
              <a:defRPr sz="2400" b="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568800" indent="-284400">
              <a:defRPr sz="2400" b="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568800" indent="-284400">
              <a:defRPr sz="2400" b="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568800" indent="-284400">
              <a:defRPr sz="2400" b="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45EE9DB0-5B20-4895-89CC-4D1979114B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32250" y="4737600"/>
            <a:ext cx="7818950" cy="6840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7457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rounded picture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B44EC52-177B-4EE6-B503-BC62C90040B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38400" y="1944000"/>
            <a:ext cx="2721600" cy="2664000"/>
          </a:xfrm>
          <a:custGeom>
            <a:avLst/>
            <a:gdLst>
              <a:gd name="connsiteX0" fmla="*/ 1486800 w 2973600"/>
              <a:gd name="connsiteY0" fmla="*/ 0 h 2973600"/>
              <a:gd name="connsiteX1" fmla="*/ 2973600 w 2973600"/>
              <a:gd name="connsiteY1" fmla="*/ 1486800 h 2973600"/>
              <a:gd name="connsiteX2" fmla="*/ 1486800 w 2973600"/>
              <a:gd name="connsiteY2" fmla="*/ 2973600 h 2973600"/>
              <a:gd name="connsiteX3" fmla="*/ 0 w 2973600"/>
              <a:gd name="connsiteY3" fmla="*/ 1486800 h 2973600"/>
              <a:gd name="connsiteX4" fmla="*/ 1486800 w 2973600"/>
              <a:gd name="connsiteY4" fmla="*/ 0 h 297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3600" h="2973600">
                <a:moveTo>
                  <a:pt x="1486800" y="0"/>
                </a:moveTo>
                <a:cubicBezTo>
                  <a:pt x="2307937" y="0"/>
                  <a:pt x="2973600" y="665663"/>
                  <a:pt x="2973600" y="1486800"/>
                </a:cubicBezTo>
                <a:cubicBezTo>
                  <a:pt x="2973600" y="2307937"/>
                  <a:pt x="2307937" y="2973600"/>
                  <a:pt x="1486800" y="2973600"/>
                </a:cubicBezTo>
                <a:cubicBezTo>
                  <a:pt x="665663" y="2973600"/>
                  <a:pt x="0" y="2307937"/>
                  <a:pt x="0" y="1486800"/>
                </a:cubicBezTo>
                <a:cubicBezTo>
                  <a:pt x="0" y="665663"/>
                  <a:pt x="665663" y="0"/>
                  <a:pt x="1486800" y="0"/>
                </a:cubicBezTo>
                <a:close/>
              </a:path>
            </a:pathLst>
          </a:custGeom>
        </p:spPr>
        <p:txBody>
          <a:bodyPr wrap="square" bIns="504000" anchor="ctr">
            <a:noAutofit/>
          </a:bodyPr>
          <a:lstStyle>
            <a:lvl1pPr algn="ctr">
              <a:defRPr/>
            </a:lvl1pPr>
          </a:lstStyle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198" y="4708800"/>
            <a:ext cx="2721600" cy="1105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2767594A-9B1B-4FC9-A3EF-98EEA86AC62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272596" y="1944000"/>
            <a:ext cx="2721600" cy="2664000"/>
          </a:xfrm>
          <a:custGeom>
            <a:avLst/>
            <a:gdLst>
              <a:gd name="connsiteX0" fmla="*/ 1486800 w 2973600"/>
              <a:gd name="connsiteY0" fmla="*/ 0 h 2973600"/>
              <a:gd name="connsiteX1" fmla="*/ 2973600 w 2973600"/>
              <a:gd name="connsiteY1" fmla="*/ 1486800 h 2973600"/>
              <a:gd name="connsiteX2" fmla="*/ 1486800 w 2973600"/>
              <a:gd name="connsiteY2" fmla="*/ 2973600 h 2973600"/>
              <a:gd name="connsiteX3" fmla="*/ 0 w 2973600"/>
              <a:gd name="connsiteY3" fmla="*/ 1486800 h 2973600"/>
              <a:gd name="connsiteX4" fmla="*/ 1486800 w 2973600"/>
              <a:gd name="connsiteY4" fmla="*/ 0 h 297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3600" h="2973600">
                <a:moveTo>
                  <a:pt x="1486800" y="0"/>
                </a:moveTo>
                <a:cubicBezTo>
                  <a:pt x="2307937" y="0"/>
                  <a:pt x="2973600" y="665663"/>
                  <a:pt x="2973600" y="1486800"/>
                </a:cubicBezTo>
                <a:cubicBezTo>
                  <a:pt x="2973600" y="2307937"/>
                  <a:pt x="2307937" y="2973600"/>
                  <a:pt x="1486800" y="2973600"/>
                </a:cubicBezTo>
                <a:cubicBezTo>
                  <a:pt x="665663" y="2973600"/>
                  <a:pt x="0" y="2307937"/>
                  <a:pt x="0" y="1486800"/>
                </a:cubicBezTo>
                <a:cubicBezTo>
                  <a:pt x="0" y="665663"/>
                  <a:pt x="665663" y="0"/>
                  <a:pt x="1486800" y="0"/>
                </a:cubicBezTo>
                <a:close/>
              </a:path>
            </a:pathLst>
          </a:custGeom>
        </p:spPr>
        <p:txBody>
          <a:bodyPr wrap="square" bIns="504000" anchor="ctr">
            <a:noAutofit/>
          </a:bodyPr>
          <a:lstStyle>
            <a:lvl1pPr algn="ctr">
              <a:defRPr/>
            </a:lvl1pPr>
          </a:lstStyle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5E9B6A50-8E7E-44DE-87B0-BBA84E8C9C4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7795" y="4708800"/>
            <a:ext cx="2721600" cy="1105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403055A0-7433-437E-92E6-21BA8C2F2EC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6206792" y="1944000"/>
            <a:ext cx="2721600" cy="2664000"/>
          </a:xfrm>
          <a:custGeom>
            <a:avLst/>
            <a:gdLst>
              <a:gd name="connsiteX0" fmla="*/ 1486800 w 2973600"/>
              <a:gd name="connsiteY0" fmla="*/ 0 h 2973600"/>
              <a:gd name="connsiteX1" fmla="*/ 2973600 w 2973600"/>
              <a:gd name="connsiteY1" fmla="*/ 1486800 h 2973600"/>
              <a:gd name="connsiteX2" fmla="*/ 1486800 w 2973600"/>
              <a:gd name="connsiteY2" fmla="*/ 2973600 h 2973600"/>
              <a:gd name="connsiteX3" fmla="*/ 0 w 2973600"/>
              <a:gd name="connsiteY3" fmla="*/ 1486800 h 2973600"/>
              <a:gd name="connsiteX4" fmla="*/ 1486800 w 2973600"/>
              <a:gd name="connsiteY4" fmla="*/ 0 h 297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3600" h="2973600">
                <a:moveTo>
                  <a:pt x="1486800" y="0"/>
                </a:moveTo>
                <a:cubicBezTo>
                  <a:pt x="2307937" y="0"/>
                  <a:pt x="2973600" y="665663"/>
                  <a:pt x="2973600" y="1486800"/>
                </a:cubicBezTo>
                <a:cubicBezTo>
                  <a:pt x="2973600" y="2307937"/>
                  <a:pt x="2307937" y="2973600"/>
                  <a:pt x="1486800" y="2973600"/>
                </a:cubicBezTo>
                <a:cubicBezTo>
                  <a:pt x="665663" y="2973600"/>
                  <a:pt x="0" y="2307937"/>
                  <a:pt x="0" y="1486800"/>
                </a:cubicBezTo>
                <a:cubicBezTo>
                  <a:pt x="0" y="665663"/>
                  <a:pt x="665663" y="0"/>
                  <a:pt x="1486800" y="0"/>
                </a:cubicBezTo>
                <a:close/>
              </a:path>
            </a:pathLst>
          </a:custGeom>
        </p:spPr>
        <p:txBody>
          <a:bodyPr wrap="square" bIns="504000" anchor="ctr">
            <a:noAutofit/>
          </a:bodyPr>
          <a:lstStyle>
            <a:lvl1pPr algn="ctr">
              <a:defRPr/>
            </a:lvl1pPr>
          </a:lstStyle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4B5EE1A-3316-46F5-BB7B-CCCA30464A8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4392" y="4708800"/>
            <a:ext cx="2721600" cy="1105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00FD68CA-5637-4712-BABD-05E96DCD3BC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9140989" y="1944000"/>
            <a:ext cx="2721600" cy="2664000"/>
          </a:xfrm>
          <a:custGeom>
            <a:avLst/>
            <a:gdLst>
              <a:gd name="connsiteX0" fmla="*/ 1486800 w 2973600"/>
              <a:gd name="connsiteY0" fmla="*/ 0 h 2973600"/>
              <a:gd name="connsiteX1" fmla="*/ 2973600 w 2973600"/>
              <a:gd name="connsiteY1" fmla="*/ 1486800 h 2973600"/>
              <a:gd name="connsiteX2" fmla="*/ 1486800 w 2973600"/>
              <a:gd name="connsiteY2" fmla="*/ 2973600 h 2973600"/>
              <a:gd name="connsiteX3" fmla="*/ 0 w 2973600"/>
              <a:gd name="connsiteY3" fmla="*/ 1486800 h 2973600"/>
              <a:gd name="connsiteX4" fmla="*/ 1486800 w 2973600"/>
              <a:gd name="connsiteY4" fmla="*/ 0 h 297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3600" h="2973600">
                <a:moveTo>
                  <a:pt x="1486800" y="0"/>
                </a:moveTo>
                <a:cubicBezTo>
                  <a:pt x="2307937" y="0"/>
                  <a:pt x="2973600" y="665663"/>
                  <a:pt x="2973600" y="1486800"/>
                </a:cubicBezTo>
                <a:cubicBezTo>
                  <a:pt x="2973600" y="2307937"/>
                  <a:pt x="2307937" y="2973600"/>
                  <a:pt x="1486800" y="2973600"/>
                </a:cubicBezTo>
                <a:cubicBezTo>
                  <a:pt x="665663" y="2973600"/>
                  <a:pt x="0" y="2307937"/>
                  <a:pt x="0" y="1486800"/>
                </a:cubicBezTo>
                <a:cubicBezTo>
                  <a:pt x="0" y="665663"/>
                  <a:pt x="665663" y="0"/>
                  <a:pt x="1486800" y="0"/>
                </a:cubicBezTo>
                <a:close/>
              </a:path>
            </a:pathLst>
          </a:custGeom>
        </p:spPr>
        <p:txBody>
          <a:bodyPr wrap="square" bIns="504000" anchor="ctr">
            <a:noAutofit/>
          </a:bodyPr>
          <a:lstStyle>
            <a:lvl1pPr algn="ctr">
              <a:defRPr/>
            </a:lvl1pPr>
          </a:lstStyle>
          <a:p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B81787D8-AACD-4182-9B1C-706B7FA5B2F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0989" y="4708800"/>
            <a:ext cx="2721600" cy="1105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5981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con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1200" y="2552400"/>
            <a:ext cx="914400" cy="9144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3827463"/>
            <a:ext cx="2721600" cy="16859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EED09D4-E380-4A7C-846A-59CC78C71D9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267796" y="2552400"/>
            <a:ext cx="914400" cy="9144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0A9E9979-248E-4746-8425-8D44D1E796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7796" y="3827463"/>
            <a:ext cx="2721600" cy="16859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00F97195-D372-415F-88C4-B0B8FB85624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4392" y="2552400"/>
            <a:ext cx="914400" cy="9144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D049D639-BFD2-4CC0-8424-B791511A50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04392" y="3827463"/>
            <a:ext cx="2721600" cy="16859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334E3EA7-307D-4F31-A26B-D859C8B762B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140989" y="2552400"/>
            <a:ext cx="914400" cy="9144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E52081B8-FFAB-490A-9295-579843631D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0989" y="3827463"/>
            <a:ext cx="2721600" cy="16859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9A43077-8463-4968-88C4-11AE5FC21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132387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icon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1200" y="2552400"/>
            <a:ext cx="914400" cy="9144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3827462"/>
            <a:ext cx="1756800" cy="16859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EED09D4-E380-4A7C-846A-59CC78C71D9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774847" y="2552400"/>
            <a:ext cx="914400" cy="9144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0A9E9979-248E-4746-8425-8D44D1E796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74847" y="3827462"/>
            <a:ext cx="1756800" cy="16859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00F97195-D372-415F-88C4-B0B8FB85624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218494" y="2552400"/>
            <a:ext cx="914400" cy="9144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D049D639-BFD2-4CC0-8424-B791511A50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18494" y="3827462"/>
            <a:ext cx="1756800" cy="16859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334E3EA7-307D-4F31-A26B-D859C8B762B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662141" y="2552400"/>
            <a:ext cx="914400" cy="9144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E52081B8-FFAB-490A-9295-579843631D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662141" y="3827462"/>
            <a:ext cx="1756800" cy="16859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994AE89A-301F-4C26-92ED-B2EC1B81C77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0105789" y="2552400"/>
            <a:ext cx="914400" cy="9144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300B7C1-8FE5-4B19-8D3E-BBDE06098E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105789" y="3827462"/>
            <a:ext cx="1756800" cy="1685925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3342590-42A3-4E78-9950-B9D9986172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208309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icon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4800" y="19296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2400" y="1929600"/>
            <a:ext cx="2808000" cy="1414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EED09D4-E380-4A7C-846A-59CC78C71D9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96763" y="19296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0A9E9979-248E-4746-8425-8D44D1E796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94363" y="1929600"/>
            <a:ext cx="2808000" cy="1414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00F97195-D372-415F-88C4-B0B8FB85624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458725" y="19296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D049D639-BFD2-4CC0-8424-B791511A50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56325" y="1929600"/>
            <a:ext cx="2808000" cy="1414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334E3EA7-307D-4F31-A26B-D859C8B762B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34800" y="3829844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E52081B8-FFAB-490A-9295-579843631D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2400" y="3829844"/>
            <a:ext cx="2808000" cy="1414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994AE89A-301F-4C26-92ED-B2EC1B81C77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396763" y="3829844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300B7C1-8FE5-4B19-8D3E-BBDE06098E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994363" y="3829844"/>
            <a:ext cx="2808000" cy="1414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D5F0F628-8A10-418E-9B30-5C02EB627E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458725" y="3829844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677AB433-7578-4A04-94CE-256E9DF814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56325" y="3829844"/>
            <a:ext cx="2808000" cy="1414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64C5B26-A749-427A-8626-9ECBE088C9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237022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ne icon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4800" y="19296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2400" y="1929600"/>
            <a:ext cx="2808000" cy="8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EED09D4-E380-4A7C-846A-59CC78C71D9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96294" y="19296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0A9E9979-248E-4746-8425-8D44D1E796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93894" y="1929600"/>
            <a:ext cx="2808000" cy="8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00F97195-D372-415F-88C4-B0B8FB85624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457788" y="19296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D049D639-BFD2-4CC0-8424-B791511A50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55388" y="1929600"/>
            <a:ext cx="2808000" cy="8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334E3EA7-307D-4F31-A26B-D859C8B762B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34800" y="32724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E52081B8-FFAB-490A-9295-579843631D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2400" y="3272400"/>
            <a:ext cx="2808000" cy="8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6" name="Picture Placeholder 10">
            <a:extLst>
              <a:ext uri="{FF2B5EF4-FFF2-40B4-BE49-F238E27FC236}">
                <a16:creationId xmlns:a16="http://schemas.microsoft.com/office/drawing/2014/main" id="{994AE89A-301F-4C26-92ED-B2EC1B81C77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396294" y="32724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300B7C1-8FE5-4B19-8D3E-BBDE06098E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993894" y="3272400"/>
            <a:ext cx="2808000" cy="8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D5F0F628-8A10-418E-9B30-5C02EB627E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457788" y="32724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677AB433-7578-4A04-94CE-256E9DF814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55388" y="3272400"/>
            <a:ext cx="2808000" cy="8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4C864FEE-0A1C-4897-8B82-F45359452B1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4800" y="46152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FBC895BB-D162-4E65-9A05-7277A36BC0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2400" y="4615200"/>
            <a:ext cx="2808000" cy="8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1F21B681-AA7C-40DE-8FD3-7B067F1B9F8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396294" y="46152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D6CD389E-53C9-4827-B43F-AE5D96E283D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993894" y="4615200"/>
            <a:ext cx="2808000" cy="8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36" name="Picture Placeholder 10">
            <a:extLst>
              <a:ext uri="{FF2B5EF4-FFF2-40B4-BE49-F238E27FC236}">
                <a16:creationId xmlns:a16="http://schemas.microsoft.com/office/drawing/2014/main" id="{1E8F4191-056B-4619-9288-972A95E4D9D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457788" y="46152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C6A43FA3-4FF5-4557-967D-6FB6ECC335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055388" y="4615200"/>
            <a:ext cx="2808000" cy="8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EAB8C8AA-5479-4E03-B260-4B35C2BB4F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70909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17F53BD8-37C5-48ED-B4A6-D7482E31399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31199" y="1929600"/>
            <a:ext cx="3701051" cy="360000"/>
          </a:xfrm>
          <a:prstGeom prst="homePlate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41D5ECEA-2E5E-4D71-841F-95A2A0D9779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45975" y="1929600"/>
            <a:ext cx="3701051" cy="360000"/>
          </a:xfrm>
          <a:prstGeom prst="chevron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041C7270-2AD5-4174-9BB6-40887670ECE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160749" y="1929600"/>
            <a:ext cx="3701051" cy="360000"/>
          </a:xfrm>
          <a:prstGeom prst="chevron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E6F51FA5-7813-4436-9E2D-0AA10EED350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200" y="2401200"/>
            <a:ext cx="3701050" cy="31104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E6214208-AE04-4F1F-B879-DC21F5861A5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5975" y="2401200"/>
            <a:ext cx="3701050" cy="31104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4" name="Content Placeholder 8">
            <a:extLst>
              <a:ext uri="{FF2B5EF4-FFF2-40B4-BE49-F238E27FC236}">
                <a16:creationId xmlns:a16="http://schemas.microsoft.com/office/drawing/2014/main" id="{C5BC1243-5335-403B-A737-9CF168164EF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60749" y="2401200"/>
            <a:ext cx="3701050" cy="31104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C01AE2CA-8A5F-4992-AB7D-3C309899A5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5634000"/>
            <a:ext cx="11530600" cy="540000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algn="ctr">
              <a:spcBef>
                <a:spcPts val="0"/>
              </a:spcBef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 / If the field is not used, the gray bar can be deleted</a:t>
            </a:r>
          </a:p>
        </p:txBody>
      </p:sp>
    </p:spTree>
    <p:extLst>
      <p:ext uri="{BB962C8B-B14F-4D97-AF65-F5344CB8AC3E}">
        <p14:creationId xmlns:p14="http://schemas.microsoft.com/office/powerpoint/2010/main" val="678648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: five text boxes &amp;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907891A7-3AF7-4352-8C25-93B984B9D5F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338400" y="5227200"/>
            <a:ext cx="11520000" cy="0"/>
          </a:xfrm>
          <a:custGeom>
            <a:avLst/>
            <a:gdLst>
              <a:gd name="connsiteX0" fmla="*/ 0 w 2066400"/>
              <a:gd name="connsiteY0" fmla="*/ 0 h 118800"/>
              <a:gd name="connsiteX1" fmla="*/ 2066400 w 2066400"/>
              <a:gd name="connsiteY1" fmla="*/ 0 h 118800"/>
              <a:gd name="connsiteX2" fmla="*/ 2066400 w 2066400"/>
              <a:gd name="connsiteY2" fmla="*/ 118800 h 118800"/>
              <a:gd name="connsiteX3" fmla="*/ 0 w 2066400"/>
              <a:gd name="connsiteY3" fmla="*/ 118800 h 118800"/>
              <a:gd name="connsiteX4" fmla="*/ 0 w 2066400"/>
              <a:gd name="connsiteY4" fmla="*/ 0 h 118800"/>
              <a:gd name="connsiteX0" fmla="*/ 2066400 w 2157840"/>
              <a:gd name="connsiteY0" fmla="*/ 118800 h 210240"/>
              <a:gd name="connsiteX1" fmla="*/ 0 w 2157840"/>
              <a:gd name="connsiteY1" fmla="*/ 118800 h 210240"/>
              <a:gd name="connsiteX2" fmla="*/ 0 w 2157840"/>
              <a:gd name="connsiteY2" fmla="*/ 0 h 210240"/>
              <a:gd name="connsiteX3" fmla="*/ 2066400 w 2157840"/>
              <a:gd name="connsiteY3" fmla="*/ 0 h 210240"/>
              <a:gd name="connsiteX4" fmla="*/ 2157840 w 2157840"/>
              <a:gd name="connsiteY4" fmla="*/ 210240 h 210240"/>
              <a:gd name="connsiteX0" fmla="*/ 2066400 w 2066400"/>
              <a:gd name="connsiteY0" fmla="*/ 118800 h 118800"/>
              <a:gd name="connsiteX1" fmla="*/ 0 w 2066400"/>
              <a:gd name="connsiteY1" fmla="*/ 118800 h 118800"/>
              <a:gd name="connsiteX2" fmla="*/ 0 w 2066400"/>
              <a:gd name="connsiteY2" fmla="*/ 0 h 118800"/>
              <a:gd name="connsiteX3" fmla="*/ 2066400 w 2066400"/>
              <a:gd name="connsiteY3" fmla="*/ 0 h 118800"/>
              <a:gd name="connsiteX0" fmla="*/ 0 w 2066400"/>
              <a:gd name="connsiteY0" fmla="*/ 118800 h 118800"/>
              <a:gd name="connsiteX1" fmla="*/ 0 w 2066400"/>
              <a:gd name="connsiteY1" fmla="*/ 0 h 118800"/>
              <a:gd name="connsiteX2" fmla="*/ 2066400 w 2066400"/>
              <a:gd name="connsiteY2" fmla="*/ 0 h 118800"/>
              <a:gd name="connsiteX0" fmla="*/ 0 w 2066400"/>
              <a:gd name="connsiteY0" fmla="*/ 0 h 0"/>
              <a:gd name="connsiteX1" fmla="*/ 2066400 w 20664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66400">
                <a:moveTo>
                  <a:pt x="0" y="0"/>
                </a:moveTo>
                <a:lnTo>
                  <a:pt x="2066400" y="0"/>
                </a:lnTo>
              </a:path>
            </a:pathLst>
          </a:custGeom>
          <a:ln w="15875">
            <a:solidFill>
              <a:schemeClr val="accent4"/>
            </a:solidFill>
            <a:tailEnd type="arrow" w="med" len="sm"/>
          </a:ln>
        </p:spPr>
        <p:txBody>
          <a:bodyPr lIns="0" tIns="0" rIns="0" bIns="0" anchor="t"/>
          <a:lstStyle>
            <a:lvl1pPr>
              <a:defRPr sz="14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16A6796-F195-444B-8CAF-9408872890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12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4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A84518F-EB08-4F36-8400-95AB01D381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24447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4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C503EA10-D1F3-4AA4-8CED-AEE30E121F6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17694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4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DF438A3D-D3E1-4D5D-BA34-887EAEB994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10941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4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3EDD5930-9373-4D21-B203-C97F69292A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04189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4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1929600"/>
            <a:ext cx="1957975" cy="30996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AE7A1D2-DAC3-46BE-AA9A-E1EB082520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24129" y="1929600"/>
            <a:ext cx="1958400" cy="30996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CF0CC0E-6E4F-4BBB-AC3B-74E8C12627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17483" y="1929600"/>
            <a:ext cx="1958400" cy="30996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46DB502-496B-4374-80BE-F2A5D51992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510837" y="1929600"/>
            <a:ext cx="1958400" cy="30996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B72E113-B74F-4C8D-B9C6-1799A1DAE1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04189" y="1929600"/>
            <a:ext cx="1958400" cy="30996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9AE4540D-5837-4887-82D2-ADB1E470A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1200" y="5421600"/>
            <a:ext cx="1958400" cy="392400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41512B5-B055-451B-A63A-61AC3D27A77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724447" y="5421600"/>
            <a:ext cx="1958400" cy="392400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1272552C-9A92-45B5-9658-E0A7758AE5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17694" y="5421600"/>
            <a:ext cx="1958400" cy="392400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93E5512-D171-4A0F-A84D-1429CB1B240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10941" y="5421600"/>
            <a:ext cx="1958400" cy="392400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19BB1C7-BB18-4D53-B7FD-0B43DE543E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904189" y="5421600"/>
            <a:ext cx="1958400" cy="392400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4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7531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: seven text boxes &amp;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9AE4540D-5837-4887-82D2-ADB1E470A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1200" y="5400000"/>
            <a:ext cx="1296000" cy="392400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41512B5-B055-451B-A63A-61AC3D27A77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80600" y="5400000"/>
            <a:ext cx="1296000" cy="392400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1272552C-9A92-45B5-9658-E0A7758AE5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30000" y="5400000"/>
            <a:ext cx="1296000" cy="392400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93E5512-D171-4A0F-A84D-1429CB1B240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79400" y="5400000"/>
            <a:ext cx="1296000" cy="392400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19BB1C7-BB18-4D53-B7FD-0B43DE543E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28800" y="5400000"/>
            <a:ext cx="1296000" cy="392400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6189B57F-C66A-4C80-8E4E-09199BDEEA4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578200" y="5400000"/>
            <a:ext cx="1296000" cy="392400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FC8D2EC-39D1-4154-8306-67F231081AD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227600" y="5400000"/>
            <a:ext cx="1296000" cy="392400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000" b="1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A4C85EBA-3628-4B96-A145-783BC7DB501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338400" y="5227200"/>
            <a:ext cx="11520000" cy="0"/>
          </a:xfrm>
          <a:custGeom>
            <a:avLst/>
            <a:gdLst>
              <a:gd name="connsiteX0" fmla="*/ 0 w 11520000"/>
              <a:gd name="connsiteY0" fmla="*/ 0 h 392400"/>
              <a:gd name="connsiteX1" fmla="*/ 11520000 w 11520000"/>
              <a:gd name="connsiteY1" fmla="*/ 0 h 392400"/>
              <a:gd name="connsiteX2" fmla="*/ 11520000 w 11520000"/>
              <a:gd name="connsiteY2" fmla="*/ 392400 h 392400"/>
              <a:gd name="connsiteX3" fmla="*/ 0 w 11520000"/>
              <a:gd name="connsiteY3" fmla="*/ 392400 h 392400"/>
              <a:gd name="connsiteX4" fmla="*/ 0 w 11520000"/>
              <a:gd name="connsiteY4" fmla="*/ 0 h 392400"/>
              <a:gd name="connsiteX0" fmla="*/ 11520000 w 11611440"/>
              <a:gd name="connsiteY0" fmla="*/ 392400 h 483840"/>
              <a:gd name="connsiteX1" fmla="*/ 0 w 11611440"/>
              <a:gd name="connsiteY1" fmla="*/ 392400 h 483840"/>
              <a:gd name="connsiteX2" fmla="*/ 0 w 11611440"/>
              <a:gd name="connsiteY2" fmla="*/ 0 h 483840"/>
              <a:gd name="connsiteX3" fmla="*/ 11520000 w 11611440"/>
              <a:gd name="connsiteY3" fmla="*/ 0 h 483840"/>
              <a:gd name="connsiteX4" fmla="*/ 11611440 w 11611440"/>
              <a:gd name="connsiteY4" fmla="*/ 483840 h 483840"/>
              <a:gd name="connsiteX0" fmla="*/ 11520000 w 11520000"/>
              <a:gd name="connsiteY0" fmla="*/ 392400 h 392400"/>
              <a:gd name="connsiteX1" fmla="*/ 0 w 11520000"/>
              <a:gd name="connsiteY1" fmla="*/ 392400 h 392400"/>
              <a:gd name="connsiteX2" fmla="*/ 0 w 11520000"/>
              <a:gd name="connsiteY2" fmla="*/ 0 h 392400"/>
              <a:gd name="connsiteX3" fmla="*/ 11520000 w 11520000"/>
              <a:gd name="connsiteY3" fmla="*/ 0 h 392400"/>
              <a:gd name="connsiteX0" fmla="*/ 0 w 11520000"/>
              <a:gd name="connsiteY0" fmla="*/ 392400 h 392400"/>
              <a:gd name="connsiteX1" fmla="*/ 0 w 11520000"/>
              <a:gd name="connsiteY1" fmla="*/ 0 h 392400"/>
              <a:gd name="connsiteX2" fmla="*/ 11520000 w 11520000"/>
              <a:gd name="connsiteY2" fmla="*/ 0 h 392400"/>
              <a:gd name="connsiteX0" fmla="*/ 0 w 11520000"/>
              <a:gd name="connsiteY0" fmla="*/ 0 h 0"/>
              <a:gd name="connsiteX1" fmla="*/ 11520000 w 11520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0000">
                <a:moveTo>
                  <a:pt x="0" y="0"/>
                </a:moveTo>
                <a:lnTo>
                  <a:pt x="11520000" y="0"/>
                </a:lnTo>
              </a:path>
            </a:pathLst>
          </a:custGeom>
          <a:ln w="15875">
            <a:solidFill>
              <a:schemeClr val="accent4"/>
            </a:solidFill>
            <a:tailEnd type="arrow" w="med" len="sm"/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24B2DA46-341A-4D4F-9970-F7FCB40551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48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EED18986-BEAB-4E6C-81DE-64316E13BD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836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DAF1745E-D93E-4B2F-BF38-5CD3330E04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324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429D6633-25A8-4FC0-B518-3616DF6C653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812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ACF9310C-4C08-4791-82FA-D88032731F3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300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190FAD99-82FB-4521-87C2-193E1163DE9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788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70230B34-0C99-4086-AE59-3593C6921A2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27600" y="51732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 anchor="t"/>
          <a:lstStyle>
            <a:lvl1pPr>
              <a:defRPr sz="1000" b="1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200" y="1916102"/>
            <a:ext cx="1296000" cy="30996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AE7A1D2-DAC3-46BE-AA9A-E1EB082520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80600" y="1916102"/>
            <a:ext cx="1296000" cy="30996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CF0CC0E-6E4F-4BBB-AC3B-74E8C12627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30000" y="1929600"/>
            <a:ext cx="1296000" cy="30996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46DB502-496B-4374-80BE-F2A5D51992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79400" y="1929600"/>
            <a:ext cx="1296000" cy="30996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B72E113-B74F-4C8D-B9C6-1799A1DAE1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28800" y="1929600"/>
            <a:ext cx="1296000" cy="30996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FE86579E-E5FB-4B48-A02E-380334B3B7D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578200" y="1929600"/>
            <a:ext cx="1296000" cy="30996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FB5AF6E-663D-4AEE-B328-405A089F5CC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227600" y="1929600"/>
            <a:ext cx="1296000" cy="309960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3571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: five icon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67200" y="26280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EED09D4-E380-4A7C-846A-59CC78C71D9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707200" y="26280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00F97195-D372-415F-88C4-B0B8FB85624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047200" y="26280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334E3EA7-307D-4F31-A26B-D859C8B762B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387200" y="26280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994AE89A-301F-4C26-92ED-B2EC1B81C77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727200" y="26280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CE67186-CCF3-4DDD-89EF-CB4B536BBBF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594000" y="3258000"/>
            <a:ext cx="11264400" cy="0"/>
          </a:xfrm>
          <a:custGeom>
            <a:avLst/>
            <a:gdLst>
              <a:gd name="connsiteX0" fmla="*/ 0 w 7652632"/>
              <a:gd name="connsiteY0" fmla="*/ 0 h 174512"/>
              <a:gd name="connsiteX1" fmla="*/ 7652632 w 7652632"/>
              <a:gd name="connsiteY1" fmla="*/ 0 h 174512"/>
              <a:gd name="connsiteX2" fmla="*/ 7652632 w 7652632"/>
              <a:gd name="connsiteY2" fmla="*/ 174512 h 174512"/>
              <a:gd name="connsiteX3" fmla="*/ 0 w 7652632"/>
              <a:gd name="connsiteY3" fmla="*/ 174512 h 174512"/>
              <a:gd name="connsiteX4" fmla="*/ 0 w 7652632"/>
              <a:gd name="connsiteY4" fmla="*/ 0 h 174512"/>
              <a:gd name="connsiteX0" fmla="*/ 0 w 7652632"/>
              <a:gd name="connsiteY0" fmla="*/ 174512 h 265952"/>
              <a:gd name="connsiteX1" fmla="*/ 0 w 7652632"/>
              <a:gd name="connsiteY1" fmla="*/ 0 h 265952"/>
              <a:gd name="connsiteX2" fmla="*/ 7652632 w 7652632"/>
              <a:gd name="connsiteY2" fmla="*/ 0 h 265952"/>
              <a:gd name="connsiteX3" fmla="*/ 7652632 w 7652632"/>
              <a:gd name="connsiteY3" fmla="*/ 174512 h 265952"/>
              <a:gd name="connsiteX4" fmla="*/ 91440 w 7652632"/>
              <a:gd name="connsiteY4" fmla="*/ 265952 h 265952"/>
              <a:gd name="connsiteX0" fmla="*/ 0 w 7652632"/>
              <a:gd name="connsiteY0" fmla="*/ 174512 h 174512"/>
              <a:gd name="connsiteX1" fmla="*/ 0 w 7652632"/>
              <a:gd name="connsiteY1" fmla="*/ 0 h 174512"/>
              <a:gd name="connsiteX2" fmla="*/ 7652632 w 7652632"/>
              <a:gd name="connsiteY2" fmla="*/ 0 h 174512"/>
              <a:gd name="connsiteX3" fmla="*/ 7652632 w 7652632"/>
              <a:gd name="connsiteY3" fmla="*/ 174512 h 174512"/>
              <a:gd name="connsiteX0" fmla="*/ 0 w 7652632"/>
              <a:gd name="connsiteY0" fmla="*/ 0 h 174512"/>
              <a:gd name="connsiteX1" fmla="*/ 7652632 w 7652632"/>
              <a:gd name="connsiteY1" fmla="*/ 0 h 174512"/>
              <a:gd name="connsiteX2" fmla="*/ 7652632 w 7652632"/>
              <a:gd name="connsiteY2" fmla="*/ 174512 h 174512"/>
              <a:gd name="connsiteX0" fmla="*/ 0 w 7652632"/>
              <a:gd name="connsiteY0" fmla="*/ 0 h 0"/>
              <a:gd name="connsiteX1" fmla="*/ 7652632 w 765263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52632">
                <a:moveTo>
                  <a:pt x="0" y="0"/>
                </a:moveTo>
                <a:lnTo>
                  <a:pt x="7652632" y="0"/>
                </a:lnTo>
              </a:path>
            </a:pathLst>
          </a:custGeom>
          <a:ln w="15875">
            <a:solidFill>
              <a:schemeClr val="accent4"/>
            </a:solidFill>
            <a:tailEnd type="arrow" w="med" len="sm"/>
          </a:ln>
        </p:spPr>
        <p:txBody>
          <a:bodyPr lIns="0" tIns="0" rIns="0" bIns="0"/>
          <a:lstStyle>
            <a:lvl1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976CC6DF-7551-4B6C-A618-D58E9805CE9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436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5E7D41C-3046-4F7E-8B69-F4C83361509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836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DAC75856-6BC0-4D21-AF0C-407CC2A030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2236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CF624F4-7D6E-415F-B67F-32ED309EB60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5636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EB82237B-1203-4191-BF1A-5B4068747CF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9036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3600" y="3420000"/>
            <a:ext cx="1756800" cy="2757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A9E9979-248E-4746-8425-8D44D1E796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83600" y="3420000"/>
            <a:ext cx="1756800" cy="2757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049D639-BFD2-4CC0-8424-B791511A50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23600" y="3420000"/>
            <a:ext cx="1756800" cy="2757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E52081B8-FFAB-490A-9295-579843631D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63600" y="3420000"/>
            <a:ext cx="1756800" cy="2757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00B7C1-8FE5-4B19-8D3E-BBDE06098E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903600" y="3420000"/>
            <a:ext cx="1756800" cy="2757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4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0892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: eight icons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F115F95-ABE8-402C-A02F-266D5B211E4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558000" y="3258000"/>
            <a:ext cx="11296800" cy="0"/>
          </a:xfrm>
          <a:custGeom>
            <a:avLst/>
            <a:gdLst>
              <a:gd name="connsiteX0" fmla="*/ 0 w 1152000"/>
              <a:gd name="connsiteY0" fmla="*/ 0 h 93031"/>
              <a:gd name="connsiteX1" fmla="*/ 1152000 w 1152000"/>
              <a:gd name="connsiteY1" fmla="*/ 0 h 93031"/>
              <a:gd name="connsiteX2" fmla="*/ 1152000 w 1152000"/>
              <a:gd name="connsiteY2" fmla="*/ 93031 h 93031"/>
              <a:gd name="connsiteX3" fmla="*/ 0 w 1152000"/>
              <a:gd name="connsiteY3" fmla="*/ 93031 h 93031"/>
              <a:gd name="connsiteX4" fmla="*/ 0 w 1152000"/>
              <a:gd name="connsiteY4" fmla="*/ 0 h 93031"/>
              <a:gd name="connsiteX0" fmla="*/ 1152000 w 1243440"/>
              <a:gd name="connsiteY0" fmla="*/ 93031 h 184471"/>
              <a:gd name="connsiteX1" fmla="*/ 0 w 1243440"/>
              <a:gd name="connsiteY1" fmla="*/ 93031 h 184471"/>
              <a:gd name="connsiteX2" fmla="*/ 0 w 1243440"/>
              <a:gd name="connsiteY2" fmla="*/ 0 h 184471"/>
              <a:gd name="connsiteX3" fmla="*/ 1152000 w 1243440"/>
              <a:gd name="connsiteY3" fmla="*/ 0 h 184471"/>
              <a:gd name="connsiteX4" fmla="*/ 1243440 w 1243440"/>
              <a:gd name="connsiteY4" fmla="*/ 184471 h 184471"/>
              <a:gd name="connsiteX0" fmla="*/ 1152000 w 1152000"/>
              <a:gd name="connsiteY0" fmla="*/ 93031 h 93031"/>
              <a:gd name="connsiteX1" fmla="*/ 0 w 1152000"/>
              <a:gd name="connsiteY1" fmla="*/ 93031 h 93031"/>
              <a:gd name="connsiteX2" fmla="*/ 0 w 1152000"/>
              <a:gd name="connsiteY2" fmla="*/ 0 h 93031"/>
              <a:gd name="connsiteX3" fmla="*/ 1152000 w 1152000"/>
              <a:gd name="connsiteY3" fmla="*/ 0 h 93031"/>
              <a:gd name="connsiteX0" fmla="*/ 0 w 1152000"/>
              <a:gd name="connsiteY0" fmla="*/ 93031 h 93031"/>
              <a:gd name="connsiteX1" fmla="*/ 0 w 1152000"/>
              <a:gd name="connsiteY1" fmla="*/ 0 h 93031"/>
              <a:gd name="connsiteX2" fmla="*/ 1152000 w 1152000"/>
              <a:gd name="connsiteY2" fmla="*/ 0 h 93031"/>
              <a:gd name="connsiteX0" fmla="*/ 0 w 1152000"/>
              <a:gd name="connsiteY0" fmla="*/ 0 h 0"/>
              <a:gd name="connsiteX1" fmla="*/ 1152000 w 1152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000">
                <a:moveTo>
                  <a:pt x="0" y="0"/>
                </a:moveTo>
                <a:lnTo>
                  <a:pt x="1152000" y="0"/>
                </a:lnTo>
              </a:path>
            </a:pathLst>
          </a:custGeom>
          <a:ln w="15875">
            <a:solidFill>
              <a:schemeClr val="accent4"/>
            </a:solidFill>
            <a:tailEnd type="arrow" w="med" len="sm"/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765AB-40ED-47AF-8160-91C7A2FA6D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67200" y="26280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7EED09D4-E380-4A7C-846A-59CC78C71D9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789714" y="26280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00F97195-D372-415F-88C4-B0B8FB85624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212228" y="26280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334E3EA7-307D-4F31-A26B-D859C8B762B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34742" y="26280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994AE89A-301F-4C26-92ED-B2EC1B81C77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057256" y="26280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BE766B07-3708-4890-9255-CC2A2A5CECB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79770" y="26280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0" name="Picture Placeholder 10">
            <a:extLst>
              <a:ext uri="{FF2B5EF4-FFF2-40B4-BE49-F238E27FC236}">
                <a16:creationId xmlns:a16="http://schemas.microsoft.com/office/drawing/2014/main" id="{65E2D852-BE36-42A3-A2B8-94EA0CA4EE6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902284" y="26280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47866753-9238-4EF3-9507-1A1A08058E9C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324800" y="2628000"/>
            <a:ext cx="457200" cy="4572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700" b="1"/>
            </a:lvl1pPr>
          </a:lstStyle>
          <a:p>
            <a:r>
              <a:rPr lang="en-US" noProof="0" dirty="0"/>
              <a:t>Please add icon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C6B1807F-9211-4322-A9DE-43E7460326F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436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713703C9-52F7-41B2-8F89-4F2E87FC5B7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966114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D7859A9-DEAC-44BA-90B2-C59341DD7AA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388628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F2B89E32-E735-4545-BDE1-3CA3BEDF7DE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811142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79DB9110-B5F8-423A-A697-8591E76C9EE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233656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4A113945-5C37-4C98-9F22-2E8E222896F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65617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6CFB8023-5E64-4185-A3F2-D0F8FCB194A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078684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/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E41837A5-5A9E-4304-9788-7F565C60244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501200" y="3204000"/>
            <a:ext cx="108000" cy="1080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lIns="0" tIns="0" rIns="0" bIns="0"/>
          <a:lstStyle>
            <a:lvl1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>
              <a:defRPr sz="1000" b="0">
                <a:noFill/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52090D4-EA65-4144-A397-14AB024F14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3600" y="3420000"/>
            <a:ext cx="1152000" cy="2757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4D6AB49F-5CDC-4EA4-8AD2-A427B0E0BBA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966114" y="3420000"/>
            <a:ext cx="1152000" cy="2757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F463238E-B23C-4F7A-B1CE-7F163AD95E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388628" y="3420000"/>
            <a:ext cx="1152000" cy="2757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53" name="Text Placeholder 11">
            <a:extLst>
              <a:ext uri="{FF2B5EF4-FFF2-40B4-BE49-F238E27FC236}">
                <a16:creationId xmlns:a16="http://schemas.microsoft.com/office/drawing/2014/main" id="{5DB448C2-2659-44FA-83F9-45594F8D949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811142" y="3420000"/>
            <a:ext cx="1152000" cy="2757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54" name="Text Placeholder 11">
            <a:extLst>
              <a:ext uri="{FF2B5EF4-FFF2-40B4-BE49-F238E27FC236}">
                <a16:creationId xmlns:a16="http://schemas.microsoft.com/office/drawing/2014/main" id="{0790F9F6-D5F4-45A2-A221-F081E5C91D0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233656" y="3420000"/>
            <a:ext cx="1152000" cy="2757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55" name="Text Placeholder 11">
            <a:extLst>
              <a:ext uri="{FF2B5EF4-FFF2-40B4-BE49-F238E27FC236}">
                <a16:creationId xmlns:a16="http://schemas.microsoft.com/office/drawing/2014/main" id="{D2ADD6FC-36B5-4CFB-851C-0D31F197AB4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656170" y="3420000"/>
            <a:ext cx="1152000" cy="2757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56" name="Text Placeholder 11">
            <a:extLst>
              <a:ext uri="{FF2B5EF4-FFF2-40B4-BE49-F238E27FC236}">
                <a16:creationId xmlns:a16="http://schemas.microsoft.com/office/drawing/2014/main" id="{021BC5A5-67A6-48CA-A81C-99793628929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78684" y="3420000"/>
            <a:ext cx="1152000" cy="2757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FB6B97BC-758E-4B5D-BE93-360237912AC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0501200" y="3420000"/>
            <a:ext cx="1152000" cy="2757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  <a:lvl2pPr marL="108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2pPr>
            <a:lvl3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3pPr>
            <a:lvl4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4pPr>
            <a:lvl5pPr marL="216000" indent="-108000">
              <a:defRPr sz="1000" b="0">
                <a:latin typeface="+mn-lt"/>
                <a:ea typeface="ABBvoice Light" panose="020D0403020503020204" pitchFamily="34" charset="0"/>
                <a:cs typeface="ABBvoice Light" panose="020D0403020503020204" pitchFamily="34" charset="0"/>
              </a:defRPr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1245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372-55C2-4676-BE1B-7AB5862B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554400"/>
            <a:ext cx="11530800" cy="367200"/>
          </a:xfr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en-US" altLang="zh-CN" noProof="0"/>
              <a:t>Click to edit Master title style</a:t>
            </a:r>
            <a:endParaRPr lang="en-US" noProof="0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91F879A-9D5C-4572-8E7C-BF6305780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789" y="921600"/>
            <a:ext cx="11530800" cy="486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latin typeface="ABBvoice Light" panose="020D0403020503020204" pitchFamily="34" charset="0"/>
                <a:ea typeface="ABBvoice Light" panose="020D0403020503020204" pitchFamily="34" charset="0"/>
                <a:cs typeface="ABBvoice Light" panose="020D0403020503020204" pitchFamily="34" charset="0"/>
              </a:defRPr>
            </a:lvl1pPr>
          </a:lstStyle>
          <a:p>
            <a:pPr lvl="0"/>
            <a:r>
              <a:rPr lang="pl-PL" noProof="0" dirty="0"/>
              <a:t>Click to add subtitle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0BA48-2EC3-4080-A97C-33DE1D74B9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/>
          <a:p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2ED8-D8A6-4B60-9145-0B2F226FCF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/>
          <a:p>
            <a:fld id="{B2016A11-4950-4F3F-938B-45DEE5F72969}" type="datetime4">
              <a:rPr lang="en-US" noProof="0" smtClean="0"/>
              <a:pPr/>
              <a:t>March 2, 2026</a:t>
            </a:fld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B7E41-ACE0-4535-9419-94A5884D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r>
              <a:rPr lang="en-US" noProof="0"/>
              <a:t>Slide </a:t>
            </a:r>
            <a:fld id="{619F89D8-7AE3-494A-97F3-03D680869632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7696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53809B6B-E1C0-414D-BAC4-954ACB99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9620" y="2632826"/>
            <a:ext cx="2432760" cy="159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41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4"/>
          </p:nvPr>
        </p:nvSpPr>
        <p:spPr>
          <a:xfrm>
            <a:off x="383988" y="1276014"/>
            <a:ext cx="11448179" cy="4912063"/>
          </a:xfrm>
          <a:noFill/>
          <a:effectLst>
            <a:outerShdw blurRad="139700" dist="292100" dir="5400000" sx="95000" sy="95000" algn="t" rotWithShape="0">
              <a:prstClr val="black">
                <a:alpha val="7000"/>
              </a:prstClr>
            </a:outerShdw>
          </a:effectLst>
        </p:spPr>
        <p:txBody>
          <a:bodyPr vert="horz" lIns="0" tIns="0" rIns="90000" bIns="46800" rtlCol="0">
            <a:noAutofit/>
          </a:bodyPr>
          <a:lstStyle>
            <a:lvl1pPr mar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None/>
              <a:defRPr lang="de-DE" sz="2133" dirty="0" smtClean="0"/>
            </a:lvl1pPr>
            <a:lvl2pPr marL="239994" indent="0">
              <a:spcBef>
                <a:spcPts val="533"/>
              </a:spcBef>
              <a:spcAft>
                <a:spcPts val="0"/>
              </a:spcAft>
              <a:buFont typeface="Arial" panose="020B0604020202020204" pitchFamily="34" charset="0"/>
              <a:buNone/>
              <a:defRPr lang="de-DE" sz="1600" dirty="0" smtClean="0"/>
            </a:lvl2pPr>
            <a:lvl3pPr marL="378875" indent="-37887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Tx/>
              <a:buBlip>
                <a:blip r:embed="rId2"/>
              </a:buBlip>
              <a:defRPr lang="de-DE" sz="2133" dirty="0" smtClean="0"/>
            </a:lvl3pPr>
            <a:lvl4pPr marL="616185" indent="-380990">
              <a:spcBef>
                <a:spcPts val="533"/>
              </a:spcBef>
              <a:spcAft>
                <a:spcPts val="0"/>
              </a:spcAft>
              <a:buFont typeface="Arial" pitchFamily="34" charset="0"/>
              <a:buChar char="•"/>
              <a:defRPr lang="de-DE" sz="1600" baseline="0" dirty="0" smtClean="0">
                <a:solidFill>
                  <a:schemeClr val="tx2">
                    <a:lumMod val="75000"/>
                  </a:schemeClr>
                </a:solidFill>
              </a:defRPr>
            </a:lvl4pPr>
            <a:lvl5pPr marL="379191" indent="-379191">
              <a:lnSpc>
                <a:spcPct val="100000"/>
              </a:lnSpc>
              <a:spcBef>
                <a:spcPts val="1600"/>
              </a:spcBef>
              <a:buFontTx/>
              <a:buBlip>
                <a:blip r:embed="rId3"/>
              </a:buBlip>
              <a:defRPr lang="de-DE" sz="2133" dirty="0">
                <a:solidFill>
                  <a:schemeClr val="tx1"/>
                </a:solidFill>
              </a:defRPr>
            </a:lvl5pPr>
            <a:lvl6pPr marL="379191" indent="-379191">
              <a:spcBef>
                <a:spcPts val="800"/>
              </a:spcBef>
              <a:buFontTx/>
              <a:buBlip>
                <a:blip r:embed="rId4"/>
              </a:buBlip>
              <a:defRPr sz="2933"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DE" noProof="0" dirty="0"/>
          </a:p>
        </p:txBody>
      </p:sp>
      <p:sp>
        <p:nvSpPr>
          <p:cNvPr id="5" name="Untertitel 2"/>
          <p:cNvSpPr>
            <a:spLocks noGrp="1"/>
          </p:cNvSpPr>
          <p:nvPr>
            <p:ph type="subTitle" idx="1"/>
          </p:nvPr>
        </p:nvSpPr>
        <p:spPr bwMode="gray">
          <a:xfrm>
            <a:off x="392345" y="777239"/>
            <a:ext cx="8432876" cy="313399"/>
          </a:xfrm>
        </p:spPr>
        <p:txBody>
          <a:bodyPr lIns="0" tIns="0" rIns="0" bIns="0" anchor="ctr" anchorCtr="0">
            <a:noAutofit/>
          </a:bodyPr>
          <a:lstStyle>
            <a:lvl1pPr algn="l">
              <a:defRPr lang="de-DE" sz="2133" b="0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noProof="0"/>
              <a:t>Click to edit Master subtitle style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3369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">
            <a:extLst>
              <a:ext uri="{FF2B5EF4-FFF2-40B4-BE49-F238E27FC236}">
                <a16:creationId xmlns:a16="http://schemas.microsoft.com/office/drawing/2014/main" id="{6D55BC7B-7BFA-407C-848C-A4A63B59F31E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1496100" y="6456066"/>
            <a:ext cx="365700" cy="1908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31200" y="554400"/>
            <a:ext cx="11530600" cy="363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31200" y="6343200"/>
            <a:ext cx="9789113" cy="1584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rtl="0">
              <a:defRPr sz="800">
                <a:solidFill>
                  <a:schemeClr val="tx1"/>
                </a:solidFill>
              </a:defRPr>
            </a:lvl1pPr>
            <a:lvl2pPr marL="0" indent="0">
              <a:defRPr sz="1000">
                <a:solidFill>
                  <a:schemeClr val="accent3"/>
                </a:solidFill>
              </a:defRPr>
            </a:lvl2pPr>
            <a:lvl3pPr marL="0" indent="0">
              <a:defRPr sz="1000">
                <a:solidFill>
                  <a:schemeClr val="accent3"/>
                </a:solidFill>
              </a:defRPr>
            </a:lvl3pPr>
            <a:lvl4pPr marL="0" indent="0">
              <a:defRPr sz="1000">
                <a:solidFill>
                  <a:schemeClr val="accent3"/>
                </a:solidFill>
              </a:defRPr>
            </a:lvl4pPr>
            <a:lvl5pPr marL="0" indent="0">
              <a:defRPr sz="1000">
                <a:solidFill>
                  <a:schemeClr val="accent3"/>
                </a:solidFill>
              </a:defRPr>
            </a:lvl5pPr>
            <a:lvl6pPr marL="0" indent="0">
              <a:defRPr sz="1000">
                <a:solidFill>
                  <a:schemeClr val="accent3"/>
                </a:solidFill>
              </a:defRPr>
            </a:lvl6pPr>
            <a:lvl7pPr marL="0" indent="0">
              <a:defRPr sz="1000">
                <a:solidFill>
                  <a:schemeClr val="accent3"/>
                </a:solidFill>
              </a:defRPr>
            </a:lvl7pPr>
            <a:lvl8pPr marL="0" indent="0">
              <a:defRPr sz="1000">
                <a:solidFill>
                  <a:schemeClr val="accent3"/>
                </a:solidFill>
              </a:defRPr>
            </a:lvl8pPr>
            <a:lvl9pPr marL="0" indent="0">
              <a:defRPr sz="1000">
                <a:solidFill>
                  <a:schemeClr val="accent3"/>
                </a:solidFill>
              </a:defRPr>
            </a:lvl9pPr>
          </a:lstStyle>
          <a:p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331200" y="6548400"/>
            <a:ext cx="1296985" cy="11819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  <a:lvl2pPr marL="0" indent="0">
              <a:defRPr sz="1000">
                <a:solidFill>
                  <a:schemeClr val="accent3"/>
                </a:solidFill>
              </a:defRPr>
            </a:lvl2pPr>
            <a:lvl3pPr marL="0" indent="0">
              <a:defRPr sz="1000">
                <a:solidFill>
                  <a:schemeClr val="accent3"/>
                </a:solidFill>
              </a:defRPr>
            </a:lvl3pPr>
            <a:lvl4pPr marL="0" indent="0">
              <a:defRPr sz="1000">
                <a:solidFill>
                  <a:schemeClr val="accent3"/>
                </a:solidFill>
              </a:defRPr>
            </a:lvl4pPr>
            <a:lvl5pPr marL="0" indent="0">
              <a:defRPr sz="1000">
                <a:solidFill>
                  <a:schemeClr val="accent3"/>
                </a:solidFill>
              </a:defRPr>
            </a:lvl5pPr>
            <a:lvl6pPr marL="0" indent="0">
              <a:defRPr sz="1000">
                <a:solidFill>
                  <a:schemeClr val="accent3"/>
                </a:solidFill>
              </a:defRPr>
            </a:lvl6pPr>
            <a:lvl7pPr marL="0" indent="0">
              <a:defRPr sz="1000">
                <a:solidFill>
                  <a:schemeClr val="accent3"/>
                </a:solidFill>
              </a:defRPr>
            </a:lvl7pPr>
            <a:lvl8pPr marL="0" indent="0">
              <a:defRPr sz="1000">
                <a:solidFill>
                  <a:schemeClr val="accent3"/>
                </a:solidFill>
              </a:defRPr>
            </a:lvl8pPr>
            <a:lvl9pPr marL="0" indent="0">
              <a:defRPr sz="1000">
                <a:solidFill>
                  <a:schemeClr val="accent3"/>
                </a:solidFill>
              </a:defRPr>
            </a:lvl9pPr>
          </a:lstStyle>
          <a:p>
            <a:fld id="{B2016A11-4950-4F3F-938B-45DEE5F72969}" type="datetime4">
              <a:rPr lang="en-US" smtClean="0"/>
              <a:pPr/>
              <a:t>March 2, 2026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31200" y="1929600"/>
            <a:ext cx="11530600" cy="424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630800" y="6548400"/>
            <a:ext cx="658375" cy="11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  <a:lvl2pPr marL="0" indent="0">
              <a:defRPr sz="1000">
                <a:solidFill>
                  <a:schemeClr val="accent3"/>
                </a:solidFill>
              </a:defRPr>
            </a:lvl2pPr>
            <a:lvl3pPr marL="0" indent="0">
              <a:defRPr sz="1000">
                <a:solidFill>
                  <a:schemeClr val="accent3"/>
                </a:solidFill>
              </a:defRPr>
            </a:lvl3pPr>
            <a:lvl4pPr marL="0" indent="0">
              <a:defRPr sz="1000">
                <a:solidFill>
                  <a:schemeClr val="accent3"/>
                </a:solidFill>
              </a:defRPr>
            </a:lvl4pPr>
            <a:lvl5pPr marL="0" indent="0">
              <a:defRPr sz="1000">
                <a:solidFill>
                  <a:schemeClr val="accent3"/>
                </a:solidFill>
              </a:defRPr>
            </a:lvl5pPr>
            <a:lvl6pPr marL="0" indent="0">
              <a:defRPr sz="1000">
                <a:solidFill>
                  <a:schemeClr val="accent3"/>
                </a:solidFill>
              </a:defRPr>
            </a:lvl6pPr>
            <a:lvl7pPr marL="0" indent="0">
              <a:defRPr sz="1000">
                <a:solidFill>
                  <a:schemeClr val="accent3"/>
                </a:solidFill>
              </a:defRPr>
            </a:lvl7pPr>
            <a:lvl8pPr marL="0" indent="0">
              <a:defRPr sz="1000">
                <a:solidFill>
                  <a:schemeClr val="accent3"/>
                </a:solidFill>
              </a:defRPr>
            </a:lvl8pPr>
            <a:lvl9pPr marL="0" indent="0">
              <a:defRPr sz="1000">
                <a:solidFill>
                  <a:schemeClr val="accent3"/>
                </a:solidFill>
              </a:defRPr>
            </a:lvl9pPr>
          </a:lstStyle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C0645D-F089-4BEB-8A65-E21DE36C4CA8}"/>
              </a:ext>
            </a:extLst>
          </p:cNvPr>
          <p:cNvSpPr txBox="1">
            <a:spLocks/>
          </p:cNvSpPr>
          <p:nvPr userDrawn="1"/>
        </p:nvSpPr>
        <p:spPr>
          <a:xfrm>
            <a:off x="2311200" y="6548400"/>
            <a:ext cx="1565275" cy="1188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18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36" indent="-180018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©B&amp;R.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4240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4" r:id="rId2"/>
    <p:sldLayoutId id="2147483697" r:id="rId3"/>
    <p:sldLayoutId id="2147483711" r:id="rId4"/>
    <p:sldLayoutId id="2147483651" r:id="rId5"/>
    <p:sldLayoutId id="2147483652" r:id="rId6"/>
    <p:sldLayoutId id="2147483654" r:id="rId7"/>
    <p:sldLayoutId id="2147483713" r:id="rId8"/>
    <p:sldLayoutId id="2147483698" r:id="rId9"/>
    <p:sldLayoutId id="2147483655" r:id="rId10"/>
    <p:sldLayoutId id="2147483705" r:id="rId11"/>
    <p:sldLayoutId id="2147483656" r:id="rId12"/>
    <p:sldLayoutId id="2147483706" r:id="rId13"/>
    <p:sldLayoutId id="2147483657" r:id="rId14"/>
    <p:sldLayoutId id="2147483707" r:id="rId15"/>
    <p:sldLayoutId id="2147483658" r:id="rId16"/>
    <p:sldLayoutId id="2147483708" r:id="rId17"/>
    <p:sldLayoutId id="2147483661" r:id="rId18"/>
    <p:sldLayoutId id="2147483662" r:id="rId19"/>
    <p:sldLayoutId id="2147483659" r:id="rId20"/>
    <p:sldLayoutId id="2147483660" r:id="rId21"/>
    <p:sldLayoutId id="2147483663" r:id="rId22"/>
    <p:sldLayoutId id="2147483664" r:id="rId23"/>
    <p:sldLayoutId id="2147483665" r:id="rId24"/>
    <p:sldLayoutId id="2147483666" r:id="rId25"/>
    <p:sldLayoutId id="2147483668" r:id="rId26"/>
    <p:sldLayoutId id="2147483670" r:id="rId27"/>
    <p:sldLayoutId id="2147483671" r:id="rId28"/>
    <p:sldLayoutId id="2147483669" r:id="rId29"/>
    <p:sldLayoutId id="2147483672" r:id="rId30"/>
    <p:sldLayoutId id="2147483673" r:id="rId31"/>
    <p:sldLayoutId id="2147483694" r:id="rId32"/>
    <p:sldLayoutId id="2147483674" r:id="rId33"/>
    <p:sldLayoutId id="2147483675" r:id="rId34"/>
    <p:sldLayoutId id="2147483676" r:id="rId35"/>
    <p:sldLayoutId id="2147483677" r:id="rId36"/>
    <p:sldLayoutId id="2147483678" r:id="rId37"/>
    <p:sldLayoutId id="2147483679" r:id="rId38"/>
    <p:sldLayoutId id="2147483680" r:id="rId39"/>
    <p:sldLayoutId id="2147483695" r:id="rId40"/>
    <p:sldLayoutId id="2147483682" r:id="rId41"/>
    <p:sldLayoutId id="2147483683" r:id="rId42"/>
    <p:sldLayoutId id="2147483684" r:id="rId43"/>
    <p:sldLayoutId id="2147483685" r:id="rId44"/>
    <p:sldLayoutId id="2147483686" r:id="rId45"/>
    <p:sldLayoutId id="2147483687" r:id="rId46"/>
    <p:sldLayoutId id="2147483667" r:id="rId47"/>
    <p:sldLayoutId id="2147483688" r:id="rId48"/>
    <p:sldLayoutId id="2147483689" r:id="rId49"/>
    <p:sldLayoutId id="2147483690" r:id="rId50"/>
    <p:sldLayoutId id="2147483691" r:id="rId51"/>
    <p:sldLayoutId id="2147483692" r:id="rId52"/>
    <p:sldLayoutId id="2147483693" r:id="rId53"/>
    <p:sldLayoutId id="2147483715" r:id="rId5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91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91" rtl="0" eaLnBrk="1" latinLnBrk="0" hangingPunct="1">
        <a:spcBef>
          <a:spcPts val="600"/>
        </a:spcBef>
        <a:buFont typeface="ABBvoice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91" rtl="0" eaLnBrk="1" latinLnBrk="0" hangingPunct="1">
        <a:spcBef>
          <a:spcPts val="600"/>
        </a:spcBef>
        <a:buFont typeface="ABBvoice" panose="020D0603020503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91" rtl="0" eaLnBrk="1" latinLnBrk="0" hangingPunct="1">
        <a:spcBef>
          <a:spcPts val="600"/>
        </a:spcBef>
        <a:buFont typeface="ABBvoice" panose="020D0603020503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91" rtl="0" eaLnBrk="1" latinLnBrk="0" hangingPunct="1">
        <a:spcBef>
          <a:spcPts val="600"/>
        </a:spcBef>
        <a:buFont typeface="ABBvoice" panose="020D0603020503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91" rtl="0" eaLnBrk="1" latinLnBrk="0" hangingPunct="1">
        <a:spcBef>
          <a:spcPts val="600"/>
        </a:spcBef>
        <a:buFont typeface="ABBvoice" panose="020D0603020503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360036" indent="-180018" algn="l" defTabSz="914491" rtl="0" eaLnBrk="1" latinLnBrk="0" hangingPunct="1">
        <a:spcBef>
          <a:spcPts val="600"/>
        </a:spcBef>
        <a:buFont typeface="ABBvoice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36" indent="-180018" algn="l" defTabSz="914491" rtl="0" eaLnBrk="1" latinLnBrk="0" hangingPunct="1">
        <a:spcBef>
          <a:spcPts val="600"/>
        </a:spcBef>
        <a:buFont typeface="ABBvoice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36" indent="-180018" algn="l" defTabSz="914491" rtl="0" eaLnBrk="1" latinLnBrk="0" hangingPunct="1">
        <a:spcBef>
          <a:spcPts val="600"/>
        </a:spcBef>
        <a:buFont typeface="ABBvoice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36" indent="-180018" algn="l" defTabSz="914491" rtl="0" eaLnBrk="1" latinLnBrk="0" hangingPunct="1">
        <a:spcBef>
          <a:spcPts val="600"/>
        </a:spcBef>
        <a:buFont typeface="ABBvoice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91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1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7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9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4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14" userDrawn="1">
          <p15:clr>
            <a:srgbClr val="F26B43"/>
          </p15:clr>
        </p15:guide>
        <p15:guide id="2" pos="7473" userDrawn="1">
          <p15:clr>
            <a:srgbClr val="F26B43"/>
          </p15:clr>
        </p15:guide>
        <p15:guide id="3" pos="209" userDrawn="1">
          <p15:clr>
            <a:srgbClr val="F26B43"/>
          </p15:clr>
        </p15:guide>
        <p15:guide id="4" orient="horz" pos="3891" userDrawn="1">
          <p15:clr>
            <a:srgbClr val="F26B43"/>
          </p15:clr>
        </p15:guide>
        <p15:guide id="5" pos="690" userDrawn="1">
          <p15:clr>
            <a:srgbClr val="F26B43"/>
          </p15:clr>
        </p15:guide>
        <p15:guide id="7" pos="825" userDrawn="1">
          <p15:clr>
            <a:srgbClr val="F26B43"/>
          </p15:clr>
        </p15:guide>
        <p15:guide id="8" pos="1307" userDrawn="1">
          <p15:clr>
            <a:srgbClr val="F26B43"/>
          </p15:clr>
        </p15:guide>
        <p15:guide id="9" pos="1442" userDrawn="1">
          <p15:clr>
            <a:srgbClr val="F26B43"/>
          </p15:clr>
        </p15:guide>
        <p15:guide id="10" pos="1923" userDrawn="1">
          <p15:clr>
            <a:srgbClr val="F26B43"/>
          </p15:clr>
        </p15:guide>
        <p15:guide id="11" pos="2058" userDrawn="1">
          <p15:clr>
            <a:srgbClr val="F26B43"/>
          </p15:clr>
        </p15:guide>
        <p15:guide id="12" pos="2540" userDrawn="1">
          <p15:clr>
            <a:srgbClr val="F26B43"/>
          </p15:clr>
        </p15:guide>
        <p15:guide id="13" pos="2675" userDrawn="1">
          <p15:clr>
            <a:srgbClr val="F26B43"/>
          </p15:clr>
        </p15:guide>
        <p15:guide id="14" pos="3156" userDrawn="1">
          <p15:clr>
            <a:srgbClr val="F26B43"/>
          </p15:clr>
        </p15:guide>
        <p15:guide id="15" pos="3293" userDrawn="1">
          <p15:clr>
            <a:srgbClr val="F26B43"/>
          </p15:clr>
        </p15:guide>
        <p15:guide id="16" pos="3773" userDrawn="1">
          <p15:clr>
            <a:srgbClr val="F26B43"/>
          </p15:clr>
        </p15:guide>
        <p15:guide id="17" pos="3909" userDrawn="1">
          <p15:clr>
            <a:srgbClr val="F26B43"/>
          </p15:clr>
        </p15:guide>
        <p15:guide id="18" pos="4389" userDrawn="1">
          <p15:clr>
            <a:srgbClr val="F26B43"/>
          </p15:clr>
        </p15:guide>
        <p15:guide id="19" pos="4520" userDrawn="1">
          <p15:clr>
            <a:srgbClr val="F26B43"/>
          </p15:clr>
        </p15:guide>
        <p15:guide id="20" pos="5006" userDrawn="1">
          <p15:clr>
            <a:srgbClr val="F26B43"/>
          </p15:clr>
        </p15:guide>
        <p15:guide id="21" pos="5142" userDrawn="1">
          <p15:clr>
            <a:srgbClr val="F26B43"/>
          </p15:clr>
        </p15:guide>
        <p15:guide id="22" pos="5622" userDrawn="1">
          <p15:clr>
            <a:srgbClr val="F26B43"/>
          </p15:clr>
        </p15:guide>
        <p15:guide id="23" pos="5759" userDrawn="1">
          <p15:clr>
            <a:srgbClr val="F26B43"/>
          </p15:clr>
        </p15:guide>
        <p15:guide id="24" pos="6239" userDrawn="1">
          <p15:clr>
            <a:srgbClr val="F26B43"/>
          </p15:clr>
        </p15:guide>
        <p15:guide id="25" pos="6375" userDrawn="1">
          <p15:clr>
            <a:srgbClr val="F26B43"/>
          </p15:clr>
        </p15:guide>
        <p15:guide id="26" pos="6857" userDrawn="1">
          <p15:clr>
            <a:srgbClr val="F26B43"/>
          </p15:clr>
        </p15:guide>
        <p15:guide id="27" pos="6992" userDrawn="1">
          <p15:clr>
            <a:srgbClr val="F26B43"/>
          </p15:clr>
        </p15:guide>
        <p15:guide id="28" orient="horz" pos="3473" userDrawn="1">
          <p15:clr>
            <a:srgbClr val="5ACBF0"/>
          </p15:clr>
        </p15:guide>
        <p15:guide id="29" orient="horz" pos="2411" userDrawn="1">
          <p15:clr>
            <a:srgbClr val="5ACBF0"/>
          </p15:clr>
        </p15:guide>
        <p15:guide id="30" orient="horz" pos="2277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F3392D0-2CC0-4C75-9500-2477345B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</a:t>
            </a:r>
            <a:r>
              <a:rPr lang="en-US" altLang="zh-CN" dirty="0" err="1"/>
              <a:t>martData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661B5ED-94A4-4210-B082-6DDF851DD6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新马药机数据需求整理</a:t>
            </a:r>
            <a:r>
              <a:rPr lang="en-US" altLang="zh-CN" dirty="0"/>
              <a:t>	</a:t>
            </a:r>
          </a:p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8103DBA-9B77-4052-8041-9F0BBAA6F4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342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66FBD4-1EDA-6E63-ABC9-8B9B4984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 数据类别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F617E79-AE44-FD16-19C1-1E2CAAA3CF63}"/>
              </a:ext>
            </a:extLst>
          </p:cNvPr>
          <p:cNvSpPr txBox="1">
            <a:spLocks/>
          </p:cNvSpPr>
          <p:nvPr/>
        </p:nvSpPr>
        <p:spPr>
          <a:xfrm>
            <a:off x="331199" y="1929600"/>
            <a:ext cx="11530011" cy="3582000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/>
              <a:t>1 </a:t>
            </a:r>
            <a:r>
              <a:rPr lang="zh-CN" altLang="en-US" sz="2000" b="1" dirty="0"/>
              <a:t>生产数据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2 </a:t>
            </a:r>
            <a:r>
              <a:rPr lang="zh-CN" altLang="en-US" sz="2000" b="1" dirty="0"/>
              <a:t>配方数据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3 </a:t>
            </a:r>
            <a:r>
              <a:rPr lang="zh-CN" altLang="en-US" sz="2000" b="1" dirty="0"/>
              <a:t>审计追踪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4 </a:t>
            </a:r>
            <a:r>
              <a:rPr lang="zh-CN" altLang="en-US" sz="2000" b="1" dirty="0"/>
              <a:t>报警记录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5 </a:t>
            </a:r>
            <a:r>
              <a:rPr lang="zh-CN" altLang="en-US" sz="2000" b="1" dirty="0"/>
              <a:t>其它信息</a:t>
            </a:r>
            <a:endParaRPr lang="en-US" altLang="zh-CN" sz="2000" b="1" dirty="0"/>
          </a:p>
        </p:txBody>
      </p:sp>
      <p:pic>
        <p:nvPicPr>
          <p:cNvPr id="2" name="Grafik 8">
            <a:extLst>
              <a:ext uri="{FF2B5EF4-FFF2-40B4-BE49-F238E27FC236}">
                <a16:creationId xmlns:a16="http://schemas.microsoft.com/office/drawing/2014/main" id="{F36D9B1D-BC1E-4585-E77A-3DFD60272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006" y="2243189"/>
            <a:ext cx="3048000" cy="203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63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1456-378C-F94F-A80B-06AEE1223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2EFD67-DBFB-F533-E1AB-4EFDEB67A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 </a:t>
            </a:r>
            <a:r>
              <a:rPr lang="en-US" altLang="zh-CN" dirty="0"/>
              <a:t>– </a:t>
            </a:r>
            <a:r>
              <a:rPr lang="zh-CN" altLang="en-US" dirty="0"/>
              <a:t>生产数据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6A6E4A7-5EB2-4B8E-88A9-44D9C968AB01}"/>
              </a:ext>
            </a:extLst>
          </p:cNvPr>
          <p:cNvSpPr txBox="1">
            <a:spLocks/>
          </p:cNvSpPr>
          <p:nvPr/>
        </p:nvSpPr>
        <p:spPr>
          <a:xfrm>
            <a:off x="331199" y="1929600"/>
            <a:ext cx="11530011" cy="3582000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1 </a:t>
            </a:r>
            <a:r>
              <a:rPr lang="zh-CN" altLang="en-US" b="1" dirty="0"/>
              <a:t>生产数据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存储：根据设定事件进行存储、根据设定时间间隔进行存储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查询：根据批号进行查询、根据起始时间进行查询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配置：可自由配置变量，配置内容为变量名称、变量描述、单位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0156FD-97BB-AFD7-6873-FC7094DF0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210" y="4519029"/>
            <a:ext cx="7436591" cy="146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8AE20-E68F-B391-B22D-2586B471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FBA374-5FB3-BF58-108C-A10AFD9D9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 </a:t>
            </a:r>
            <a:r>
              <a:rPr lang="en-US" altLang="zh-CN" dirty="0"/>
              <a:t>– </a:t>
            </a:r>
            <a:r>
              <a:rPr lang="zh-CN" altLang="en-US" dirty="0"/>
              <a:t>配方数据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575DA74-E9E7-C92B-B6C8-FBE4DB1B20BD}"/>
              </a:ext>
            </a:extLst>
          </p:cNvPr>
          <p:cNvSpPr txBox="1">
            <a:spLocks/>
          </p:cNvSpPr>
          <p:nvPr/>
        </p:nvSpPr>
        <p:spPr>
          <a:xfrm>
            <a:off x="331199" y="1929600"/>
            <a:ext cx="11530011" cy="3582000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1 </a:t>
            </a:r>
            <a:r>
              <a:rPr lang="zh-CN" altLang="en-US" b="1" dirty="0"/>
              <a:t>配方数据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存储：根据设定事件进行存储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查询：根据批号进行查询、根据起始时间进行查询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配置：可自由配置变量，配置内容为变量名称、变量描述、单位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8C05E5-7137-78F1-FAE1-9558FF893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042" y="1929600"/>
            <a:ext cx="6377734" cy="412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159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1BDC-40A7-FFD7-B7CF-D688EA363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3C77B5-46A0-165D-301C-1D9AA0DAA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 </a:t>
            </a:r>
            <a:r>
              <a:rPr lang="en-US" altLang="zh-CN" dirty="0"/>
              <a:t>– </a:t>
            </a:r>
            <a:r>
              <a:rPr lang="zh-CN" altLang="en-US" dirty="0"/>
              <a:t>审计追踪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F9B444D-1E44-C5D1-3E64-4CEB624A8132}"/>
              </a:ext>
            </a:extLst>
          </p:cNvPr>
          <p:cNvSpPr txBox="1">
            <a:spLocks/>
          </p:cNvSpPr>
          <p:nvPr/>
        </p:nvSpPr>
        <p:spPr>
          <a:xfrm>
            <a:off x="331199" y="1929600"/>
            <a:ext cx="11530011" cy="3582000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3 </a:t>
            </a:r>
            <a:r>
              <a:rPr lang="zh-CN" altLang="en-US" b="1" dirty="0"/>
              <a:t>审计追踪：按钮操作、数值变化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存储：触发后进行存储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查询：根据批号进行查询、根据起始时间进行查询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存储条目：</a:t>
            </a:r>
            <a:r>
              <a:rPr lang="en-US" altLang="zh-CN" b="1" dirty="0"/>
              <a:t>ID</a:t>
            </a:r>
            <a:r>
              <a:rPr lang="zh-CN" altLang="en-US" b="1" dirty="0"/>
              <a:t>、时间、操作员、类型、信息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EC89CB-0F34-60E7-697F-600B634E1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457" y="1929600"/>
            <a:ext cx="7459728" cy="314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67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5EFF-9469-7603-2000-B7588546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782A5B7-7169-916F-07BE-F82E4806E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 </a:t>
            </a:r>
            <a:r>
              <a:rPr lang="en-US" altLang="zh-CN" dirty="0"/>
              <a:t>– </a:t>
            </a:r>
            <a:r>
              <a:rPr lang="zh-CN" altLang="en-US" dirty="0"/>
              <a:t>报警记录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F1E2653-0D33-779A-1D74-4897C9D352A3}"/>
              </a:ext>
            </a:extLst>
          </p:cNvPr>
          <p:cNvSpPr txBox="1">
            <a:spLocks/>
          </p:cNvSpPr>
          <p:nvPr/>
        </p:nvSpPr>
        <p:spPr>
          <a:xfrm>
            <a:off x="331199" y="1929600"/>
            <a:ext cx="11530011" cy="3582000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4 </a:t>
            </a:r>
            <a:r>
              <a:rPr lang="zh-CN" altLang="en-US" b="1" dirty="0"/>
              <a:t>报警记录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存储：触发后进行存储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查询：根据批号进行查询、根据起始时间进行查询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存储条目：时间、</a:t>
            </a:r>
            <a:r>
              <a:rPr lang="en-US" altLang="zh-CN" b="1" dirty="0"/>
              <a:t>ID</a:t>
            </a:r>
            <a:r>
              <a:rPr lang="zh-CN" altLang="en-US" b="1" dirty="0"/>
              <a:t>、类别、信息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331B5D-CF93-3A87-8EE5-A7FC487D2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633" y="1929600"/>
            <a:ext cx="7327544" cy="334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83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6D8B3-3FF5-CC21-4DBF-BCF2A935E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97DDFD-3164-F09D-B8BC-7F0E4809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 </a:t>
            </a:r>
            <a:r>
              <a:rPr lang="en-US" altLang="zh-CN" dirty="0"/>
              <a:t>– </a:t>
            </a:r>
            <a:r>
              <a:rPr lang="zh-CN" altLang="en-US" dirty="0"/>
              <a:t>其它信息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D077945-FEE8-1526-B1A0-8D5400A2A924}"/>
              </a:ext>
            </a:extLst>
          </p:cNvPr>
          <p:cNvSpPr txBox="1">
            <a:spLocks/>
          </p:cNvSpPr>
          <p:nvPr/>
        </p:nvSpPr>
        <p:spPr>
          <a:xfrm>
            <a:off x="331199" y="1929600"/>
            <a:ext cx="11530011" cy="3582000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5 </a:t>
            </a:r>
            <a:r>
              <a:rPr lang="zh-CN" altLang="en-US" b="1" dirty="0"/>
              <a:t>其它信息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存储：开批事件进行存储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查询：结批事件进行查询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配置：初始阶段可固定内容、报表中固定格式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0AB97C-9A41-B8E8-1C74-920C6FC6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160" y="1221022"/>
            <a:ext cx="7398690" cy="508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93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CBEEB-67CD-9BCF-E780-C014F5898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523782-F053-B25A-8133-7C2CFA4F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二、报表格式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47E0A-5BA8-3D33-5782-875E641724BF}"/>
              </a:ext>
            </a:extLst>
          </p:cNvPr>
          <p:cNvSpPr txBox="1">
            <a:spLocks/>
          </p:cNvSpPr>
          <p:nvPr/>
        </p:nvSpPr>
        <p:spPr>
          <a:xfrm>
            <a:off x="331199" y="1929600"/>
            <a:ext cx="11530011" cy="3582000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/>
              <a:t>1 </a:t>
            </a:r>
            <a:r>
              <a:rPr lang="zh-CN" altLang="en-US" sz="2000" b="1" dirty="0"/>
              <a:t>报表文件格式为</a:t>
            </a:r>
            <a:r>
              <a:rPr lang="en-US" altLang="zh-CN" sz="2000" b="1" dirty="0"/>
              <a:t>PDF</a:t>
            </a:r>
            <a:r>
              <a:rPr lang="zh-CN" altLang="en-US" sz="2000" b="1" dirty="0"/>
              <a:t>格式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2 </a:t>
            </a:r>
            <a:r>
              <a:rPr lang="zh-CN" altLang="en-US" sz="2000" b="1" dirty="0"/>
              <a:t>支持加密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3 </a:t>
            </a:r>
            <a:r>
              <a:rPr lang="zh-CN" altLang="en-US" sz="2000" b="1" dirty="0"/>
              <a:t>具体参考附件四种报表格式</a:t>
            </a:r>
            <a:endParaRPr lang="en-US" altLang="zh-CN" sz="2000" b="1" dirty="0"/>
          </a:p>
          <a:p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425435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5A2F-D0CE-733E-0081-EE43E074E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6CDADA-09BA-3FBC-96EA-4F37EE2EE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三、查看方式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60E6E9D-0092-49E5-1801-E5B2D07BB67D}"/>
              </a:ext>
            </a:extLst>
          </p:cNvPr>
          <p:cNvSpPr txBox="1">
            <a:spLocks/>
          </p:cNvSpPr>
          <p:nvPr/>
        </p:nvSpPr>
        <p:spPr>
          <a:xfrm>
            <a:off x="331199" y="1929600"/>
            <a:ext cx="11530011" cy="3582000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1" dirty="0"/>
          </a:p>
          <a:p>
            <a:r>
              <a:rPr lang="en-US" altLang="zh-CN" sz="2000" b="1" dirty="0"/>
              <a:t>1 </a:t>
            </a:r>
            <a:r>
              <a:rPr lang="zh-CN" altLang="en-US" sz="2000" b="1" dirty="0"/>
              <a:t>在线</a:t>
            </a:r>
            <a:r>
              <a:rPr lang="en-US" altLang="zh-CN" sz="2000" b="1" dirty="0"/>
              <a:t>PDF</a:t>
            </a:r>
            <a:r>
              <a:rPr lang="zh-CN" altLang="en-US" sz="2000" b="1" dirty="0"/>
              <a:t>查看（支持打印）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2 </a:t>
            </a:r>
            <a:r>
              <a:rPr lang="zh-CN" altLang="en-US" sz="2000" b="1" dirty="0"/>
              <a:t>可通过</a:t>
            </a:r>
            <a:r>
              <a:rPr lang="en-US" altLang="zh-CN" sz="2000" b="1" dirty="0"/>
              <a:t>Windows</a:t>
            </a:r>
            <a:r>
              <a:rPr lang="zh-CN" altLang="en-US" sz="2000" b="1" dirty="0"/>
              <a:t>拷贝到</a:t>
            </a:r>
            <a:r>
              <a:rPr lang="en-US" altLang="zh-CN" sz="2000" b="1" dirty="0"/>
              <a:t>U</a:t>
            </a:r>
            <a:r>
              <a:rPr lang="zh-CN" altLang="en-US" sz="2000" b="1" dirty="0"/>
              <a:t>盘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49423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B72A5-3AA0-AB54-7BE4-FB9843F3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93DE69-9597-B570-88D4-854623779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四、工作流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8FA4F71-C775-533D-299B-6BDC91D87196}"/>
              </a:ext>
            </a:extLst>
          </p:cNvPr>
          <p:cNvSpPr txBox="1">
            <a:spLocks/>
          </p:cNvSpPr>
          <p:nvPr/>
        </p:nvSpPr>
        <p:spPr>
          <a:xfrm>
            <a:off x="331199" y="1929600"/>
            <a:ext cx="11530011" cy="3582000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1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89B7D94-4066-274C-6A77-AB6DB96C2B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8609773"/>
              </p:ext>
            </p:extLst>
          </p:nvPr>
        </p:nvGraphicFramePr>
        <p:xfrm>
          <a:off x="2032000" y="55440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253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72F8B-5C2E-8230-5D1F-BD9BEDE68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A40C37-8725-56A2-5C57-CC33A1CE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五、现有方案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4418A0A-8927-EFD1-790A-73A737547913}"/>
              </a:ext>
            </a:extLst>
          </p:cNvPr>
          <p:cNvSpPr txBox="1">
            <a:spLocks/>
          </p:cNvSpPr>
          <p:nvPr/>
        </p:nvSpPr>
        <p:spPr>
          <a:xfrm>
            <a:off x="331199" y="1929600"/>
            <a:ext cx="11530011" cy="4374000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/>
              <a:t>1 </a:t>
            </a:r>
            <a:r>
              <a:rPr lang="zh-CN" altLang="en-US" sz="2000" b="1" dirty="0"/>
              <a:t>数据、配方、其它信息：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   </a:t>
            </a:r>
            <a:r>
              <a:rPr lang="zh-CN" altLang="en-US" sz="2000" b="1" dirty="0"/>
              <a:t>通过</a:t>
            </a:r>
            <a:r>
              <a:rPr lang="en-US" altLang="zh-CN" sz="2000" b="1" dirty="0"/>
              <a:t>FILE</a:t>
            </a:r>
            <a:r>
              <a:rPr lang="zh-CN" altLang="en-US" sz="2000" b="1" dirty="0"/>
              <a:t>文件进行存储</a:t>
            </a:r>
            <a:endParaRPr lang="en-US" altLang="zh-CN" sz="2000" b="1" dirty="0"/>
          </a:p>
          <a:p>
            <a:r>
              <a:rPr lang="en-US" altLang="zh-CN" sz="2000" b="1" dirty="0"/>
              <a:t>   </a:t>
            </a:r>
            <a:r>
              <a:rPr lang="zh-CN" altLang="en-US" sz="2000" b="1" dirty="0"/>
              <a:t>文件名称由批号和时间组成</a:t>
            </a:r>
            <a:endParaRPr lang="en-US" altLang="zh-CN" sz="2000" b="1" dirty="0"/>
          </a:p>
          <a:p>
            <a:r>
              <a:rPr lang="en-US" altLang="zh-CN" sz="2000" b="1" dirty="0"/>
              <a:t>   </a:t>
            </a:r>
            <a:r>
              <a:rPr lang="zh-CN" altLang="en-US" sz="2000" b="1" dirty="0"/>
              <a:t>通过检索文件名称进行查询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   </a:t>
            </a:r>
            <a:r>
              <a:rPr lang="zh-CN" altLang="en-US" sz="2000" b="1" dirty="0"/>
              <a:t>用户分区分配了十几</a:t>
            </a:r>
            <a:r>
              <a:rPr lang="en-US" altLang="zh-CN" sz="2000" b="1" dirty="0"/>
              <a:t>GB</a:t>
            </a:r>
            <a:r>
              <a:rPr lang="zh-CN" altLang="en-US" sz="2000" b="1" dirty="0"/>
              <a:t>可用于存储</a:t>
            </a:r>
            <a:endParaRPr lang="en-US" altLang="zh-CN" sz="2000" b="1" dirty="0"/>
          </a:p>
          <a:p>
            <a:r>
              <a:rPr lang="en-US" altLang="zh-CN" sz="2000" b="1" dirty="0"/>
              <a:t>   </a:t>
            </a:r>
            <a:r>
              <a:rPr lang="zh-CN" altLang="en-US" sz="2000" b="1" dirty="0"/>
              <a:t>数据文件可用</a:t>
            </a:r>
            <a:r>
              <a:rPr lang="en-US" altLang="zh-CN" sz="2000" b="1" dirty="0"/>
              <a:t>U</a:t>
            </a:r>
            <a:r>
              <a:rPr lang="zh-CN" altLang="en-US" sz="2000" b="1" dirty="0"/>
              <a:t>盘拷贝进行备份</a:t>
            </a:r>
            <a:endParaRPr lang="en-US" altLang="zh-CN" sz="2000" b="1" dirty="0"/>
          </a:p>
          <a:p>
            <a:r>
              <a:rPr lang="zh-CN" altLang="en-US" sz="2000" b="1" dirty="0"/>
              <a:t>   单独放在用户分区，</a:t>
            </a:r>
            <a:r>
              <a:rPr lang="en-US" altLang="zh-CN" sz="2000" b="1" dirty="0"/>
              <a:t>Hypervisor</a:t>
            </a:r>
            <a:r>
              <a:rPr lang="zh-CN" altLang="en-US" sz="2000" b="1" dirty="0"/>
              <a:t>损坏不受影响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300822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7FCC2-D7CE-7DF5-F387-91B7C506F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467ACE-AE6F-C601-7FCD-2244AC9B2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五、现有方案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A445F41-4F5E-B59D-0BF7-52C75F6D6ED6}"/>
              </a:ext>
            </a:extLst>
          </p:cNvPr>
          <p:cNvSpPr txBox="1">
            <a:spLocks/>
          </p:cNvSpPr>
          <p:nvPr/>
        </p:nvSpPr>
        <p:spPr>
          <a:xfrm>
            <a:off x="330790" y="1864113"/>
            <a:ext cx="11530011" cy="3582000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34F948-7DE5-89E0-AB83-5E8D9CA75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639" y="282963"/>
            <a:ext cx="8953500" cy="1581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B262AE-9575-3A53-9EE2-D8616A27E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557" y="2090747"/>
            <a:ext cx="8515350" cy="1438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491D1D-7020-440B-5E23-C5B5C4CC7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309" y="3886567"/>
            <a:ext cx="5781675" cy="11906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002460-584D-8811-3BF5-E217C6A4D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816" y="5577545"/>
            <a:ext cx="7562850" cy="714375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D62C24AB-9544-BEA6-DF07-F22DA5A10253}"/>
              </a:ext>
            </a:extLst>
          </p:cNvPr>
          <p:cNvSpPr/>
          <p:nvPr/>
        </p:nvSpPr>
        <p:spPr bwMode="gray">
          <a:xfrm>
            <a:off x="7013151" y="1280455"/>
            <a:ext cx="484632" cy="97840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8023A3B0-5B43-481A-3D26-4AB5E20C2770}"/>
              </a:ext>
            </a:extLst>
          </p:cNvPr>
          <p:cNvSpPr/>
          <p:nvPr/>
        </p:nvSpPr>
        <p:spPr bwMode="gray">
          <a:xfrm>
            <a:off x="7013151" y="2972415"/>
            <a:ext cx="484632" cy="97840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9CDA3A7D-2C1B-FAE9-F954-AF189F8504D5}"/>
              </a:ext>
            </a:extLst>
          </p:cNvPr>
          <p:cNvSpPr/>
          <p:nvPr/>
        </p:nvSpPr>
        <p:spPr bwMode="gray">
          <a:xfrm>
            <a:off x="7013151" y="4664375"/>
            <a:ext cx="484632" cy="978408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57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B6A85-A9A3-21AF-69BC-1344FBE2D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073804-1411-0A67-22CF-8765FAD36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五、现有方案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9B4E43E-88C6-8B09-D7DA-328E20FACA16}"/>
              </a:ext>
            </a:extLst>
          </p:cNvPr>
          <p:cNvSpPr txBox="1">
            <a:spLocks/>
          </p:cNvSpPr>
          <p:nvPr/>
        </p:nvSpPr>
        <p:spPr>
          <a:xfrm>
            <a:off x="331199" y="1929599"/>
            <a:ext cx="11530011" cy="4536515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/>
              <a:t>2 </a:t>
            </a:r>
            <a:r>
              <a:rPr lang="zh-CN" altLang="en-US" sz="2000" b="1" dirty="0"/>
              <a:t>审计追踪：</a:t>
            </a:r>
            <a:endParaRPr lang="en-US" altLang="zh-CN" sz="2000" b="1" dirty="0"/>
          </a:p>
          <a:p>
            <a:r>
              <a:rPr lang="en-US" altLang="zh-CN" sz="2000" b="1" dirty="0"/>
              <a:t>   </a:t>
            </a:r>
            <a:r>
              <a:rPr lang="zh-CN" altLang="en-US" sz="2000" b="1" dirty="0"/>
              <a:t>通过</a:t>
            </a:r>
            <a:r>
              <a:rPr lang="en-US" altLang="zh-CN" sz="2000" b="1" dirty="0"/>
              <a:t>MappAudit</a:t>
            </a:r>
            <a:r>
              <a:rPr lang="zh-CN" altLang="en-US" sz="2000" b="1" dirty="0"/>
              <a:t>进行存储和查询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3 </a:t>
            </a:r>
            <a:r>
              <a:rPr lang="zh-CN" altLang="en-US" sz="2000" b="1" dirty="0"/>
              <a:t>报警记录：</a:t>
            </a:r>
            <a:endParaRPr lang="en-US" altLang="zh-CN" sz="2000" b="1" dirty="0"/>
          </a:p>
          <a:p>
            <a:r>
              <a:rPr lang="en-US" altLang="zh-CN" sz="2000" b="1" dirty="0"/>
              <a:t>   </a:t>
            </a:r>
            <a:r>
              <a:rPr lang="zh-CN" altLang="en-US" sz="2000" b="1" dirty="0"/>
              <a:t>通过</a:t>
            </a:r>
            <a:r>
              <a:rPr lang="en-US" altLang="zh-CN" sz="2000" b="1" dirty="0"/>
              <a:t>MappAlarm</a:t>
            </a:r>
            <a:r>
              <a:rPr lang="zh-CN" altLang="en-US" sz="2000" b="1" dirty="0"/>
              <a:t>进行存储和查询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存储空间有限，只有几十</a:t>
            </a:r>
            <a:r>
              <a:rPr lang="en-US" altLang="zh-CN" sz="2000" b="1" dirty="0"/>
              <a:t>MB</a:t>
            </a:r>
            <a:r>
              <a:rPr lang="zh-CN" altLang="en-US" sz="2000" b="1" dirty="0"/>
              <a:t>，存储模式为先进先出，最早的信息被后面的信息覆盖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数据无法备份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一旦</a:t>
            </a:r>
            <a:r>
              <a:rPr lang="en-US" altLang="zh-CN" sz="2000" b="1" dirty="0"/>
              <a:t>Hypervisor</a:t>
            </a:r>
            <a:r>
              <a:rPr lang="zh-CN" altLang="en-US" sz="2000" b="1" dirty="0"/>
              <a:t>系统损坏，数据无法找回</a:t>
            </a:r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686835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8019-3CA2-1F5D-C095-9578E093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173319-3733-D341-517A-E1F34C76F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五、现有方案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EEE1562-63C8-5A9E-3D66-0179D5DC659E}"/>
              </a:ext>
            </a:extLst>
          </p:cNvPr>
          <p:cNvSpPr txBox="1">
            <a:spLocks/>
          </p:cNvSpPr>
          <p:nvPr/>
        </p:nvSpPr>
        <p:spPr>
          <a:xfrm>
            <a:off x="331199" y="1929600"/>
            <a:ext cx="11530011" cy="3582000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/>
              <a:t>4 </a:t>
            </a:r>
            <a:r>
              <a:rPr lang="zh-CN" altLang="en-US" sz="2000" b="1" dirty="0"/>
              <a:t>报表生成</a:t>
            </a:r>
            <a:endParaRPr lang="en-US" altLang="zh-CN" sz="2000" b="1" dirty="0"/>
          </a:p>
          <a:p>
            <a:r>
              <a:rPr lang="en-US" altLang="zh-CN" sz="2000" b="1" dirty="0"/>
              <a:t>    </a:t>
            </a:r>
            <a:r>
              <a:rPr lang="zh-CN" altLang="en-US" sz="2000" b="1" dirty="0"/>
              <a:t>使用</a:t>
            </a:r>
            <a:r>
              <a:rPr lang="en-US" altLang="zh-CN" sz="2000" b="1" dirty="0"/>
              <a:t>MappReport</a:t>
            </a:r>
            <a:r>
              <a:rPr lang="zh-CN" altLang="en-US" sz="2000" b="1" dirty="0"/>
              <a:t>生成报表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    </a:t>
            </a:r>
            <a:r>
              <a:rPr lang="zh-CN" altLang="en-US" sz="2000" b="1" dirty="0"/>
              <a:t>报表配置比较繁琐</a:t>
            </a:r>
            <a:endParaRPr lang="en-US" altLang="zh-CN" sz="2000" b="1" dirty="0"/>
          </a:p>
          <a:p>
            <a:r>
              <a:rPr lang="en-US" altLang="zh-CN" sz="2000" b="1" dirty="0"/>
              <a:t>    </a:t>
            </a:r>
            <a:r>
              <a:rPr lang="zh-CN" altLang="en-US" sz="2000" b="1" dirty="0"/>
              <a:t>数据较多时（</a:t>
            </a:r>
            <a:r>
              <a:rPr lang="en-US" altLang="zh-CN" sz="2000" b="1" dirty="0"/>
              <a:t>2000</a:t>
            </a:r>
            <a:r>
              <a:rPr lang="zh-CN" altLang="en-US" sz="2000" b="1" dirty="0"/>
              <a:t>条报警）会产生内存错误导致系统进入</a:t>
            </a:r>
            <a:r>
              <a:rPr lang="en-US" altLang="zh-CN" sz="2000" b="1" dirty="0"/>
              <a:t>Service</a:t>
            </a:r>
            <a:r>
              <a:rPr lang="zh-CN" altLang="en-US" sz="2000" b="1" dirty="0"/>
              <a:t>模式</a:t>
            </a:r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3120796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A1961-224E-01F5-050B-1D0C7FE5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67FDDA-22A3-7180-B9DD-93A716AAE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五、现有方案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0A8B983-BA81-9713-D48E-A0700DE7CD89}"/>
              </a:ext>
            </a:extLst>
          </p:cNvPr>
          <p:cNvSpPr txBox="1">
            <a:spLocks/>
          </p:cNvSpPr>
          <p:nvPr/>
        </p:nvSpPr>
        <p:spPr>
          <a:xfrm>
            <a:off x="331199" y="1929600"/>
            <a:ext cx="11530011" cy="3582000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A7E34E-BA9F-DA5F-7BE2-EA19012EB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468" y="918000"/>
            <a:ext cx="8252732" cy="527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6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FF6B7-AFF4-6090-3DB9-FA8EDCB40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6DD87D-062B-9AEC-0AF5-DA84C71F8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六、期待方案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E55B3E7-7B77-C2E3-32AC-F44A51087AD8}"/>
              </a:ext>
            </a:extLst>
          </p:cNvPr>
          <p:cNvSpPr txBox="1">
            <a:spLocks/>
          </p:cNvSpPr>
          <p:nvPr/>
        </p:nvSpPr>
        <p:spPr>
          <a:xfrm>
            <a:off x="331789" y="1323109"/>
            <a:ext cx="11530011" cy="4536515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/>
              <a:t>1 </a:t>
            </a:r>
            <a:r>
              <a:rPr lang="zh-CN" altLang="en-US" sz="2000" b="1" dirty="0"/>
              <a:t>独立于</a:t>
            </a:r>
            <a:r>
              <a:rPr lang="en-US" altLang="zh-CN" sz="2000" b="1" dirty="0"/>
              <a:t>AR</a:t>
            </a:r>
            <a:r>
              <a:rPr lang="zh-CN" altLang="en-US" sz="2000" b="1" dirty="0"/>
              <a:t>程序，在</a:t>
            </a:r>
            <a:r>
              <a:rPr lang="en-US" altLang="zh-CN" sz="2000" b="1" dirty="0"/>
              <a:t>WINDOWS</a:t>
            </a:r>
            <a:r>
              <a:rPr lang="zh-CN" altLang="en-US" sz="2000" b="1" dirty="0"/>
              <a:t>环境中运行，可利用整个</a:t>
            </a:r>
            <a:r>
              <a:rPr lang="en-US" altLang="zh-CN" sz="2000" b="1" dirty="0"/>
              <a:t>WINDOWS</a:t>
            </a:r>
            <a:r>
              <a:rPr lang="zh-CN" altLang="en-US" sz="2000" b="1" dirty="0"/>
              <a:t>的存储空间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2 </a:t>
            </a:r>
            <a:r>
              <a:rPr lang="zh-CN" altLang="en-US" sz="2000" b="1" dirty="0"/>
              <a:t>通过配置页面或配置文件灵活进行存储变量的配置、存储触发事件或间隔时间的配置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3 </a:t>
            </a:r>
            <a:r>
              <a:rPr lang="zh-CN" altLang="en-US" sz="2000" b="1" dirty="0"/>
              <a:t>根据配置自行获取</a:t>
            </a:r>
            <a:r>
              <a:rPr lang="en-US" altLang="zh-CN" sz="2000" b="1" dirty="0"/>
              <a:t>AR</a:t>
            </a:r>
            <a:r>
              <a:rPr lang="zh-CN" altLang="en-US" sz="2000" b="1" dirty="0"/>
              <a:t>数据，操作界面可通过</a:t>
            </a:r>
            <a:r>
              <a:rPr lang="en-US" altLang="zh-CN" sz="2000" b="1" dirty="0"/>
              <a:t>mappView</a:t>
            </a:r>
            <a:r>
              <a:rPr lang="zh-CN" altLang="en-US" sz="2000" b="1" dirty="0"/>
              <a:t>呈现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4 </a:t>
            </a:r>
            <a:r>
              <a:rPr lang="zh-CN" altLang="en-US" sz="2000" b="1" dirty="0"/>
              <a:t>可配置报表内容和格式、报表以</a:t>
            </a:r>
            <a:r>
              <a:rPr lang="en-US" altLang="zh-CN" sz="2000" b="1" dirty="0"/>
              <a:t>PDF</a:t>
            </a:r>
            <a:r>
              <a:rPr lang="zh-CN" altLang="en-US" sz="2000" b="1" dirty="0"/>
              <a:t>格式呈现，需支持加密防止被篡改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5 </a:t>
            </a:r>
            <a:r>
              <a:rPr lang="zh-CN" altLang="en-US" sz="2000" b="1" dirty="0"/>
              <a:t>数据可备份、可迁移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en-US" altLang="zh-CN" sz="2000" b="1" dirty="0"/>
              <a:t>6 </a:t>
            </a:r>
            <a:r>
              <a:rPr lang="zh-CN" altLang="en-US" sz="2000" b="1" dirty="0"/>
              <a:t>数据安全方面，除非是卡坏了，除此以外即使</a:t>
            </a:r>
            <a:r>
              <a:rPr lang="en-US" altLang="zh-CN" sz="2000" b="1" dirty="0"/>
              <a:t>Hypervisor</a:t>
            </a:r>
            <a:r>
              <a:rPr lang="zh-CN" altLang="en-US" sz="2000" b="1" dirty="0"/>
              <a:t>崩溃也不影响数据恢复</a:t>
            </a:r>
            <a:endParaRPr lang="en-US" altLang="zh-CN" sz="2000" b="1" dirty="0"/>
          </a:p>
          <a:p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6168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0298A-B87E-7B10-E3C3-E11A5AAB8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610994-E4D5-813B-32E9-EDE26EB0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需求总结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7DF9B8B-B197-F5E5-821F-7F4152063F3E}"/>
              </a:ext>
            </a:extLst>
          </p:cNvPr>
          <p:cNvSpPr txBox="1">
            <a:spLocks/>
          </p:cNvSpPr>
          <p:nvPr/>
        </p:nvSpPr>
        <p:spPr>
          <a:xfrm>
            <a:off x="227014" y="911419"/>
            <a:ext cx="5500051" cy="4536515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用户管理系统</a:t>
            </a:r>
            <a:endParaRPr lang="en-US" altLang="zh-CN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需要有多角色多用户，角色和用户需要有不同读写权限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支持密码策略（强制大小写，使用特殊字符） ，定期修改密码，多次尝试锁定，长时间不操作登出</a:t>
            </a:r>
            <a:br>
              <a:rPr lang="en-US" altLang="zh-CN" sz="1000" b="1" dirty="0"/>
            </a:br>
            <a:endParaRPr lang="en-US" altLang="zh-CN" sz="1000" b="1" dirty="0"/>
          </a:p>
          <a:p>
            <a:r>
              <a:rPr lang="zh-CN" altLang="en-US" b="1" dirty="0"/>
              <a:t>审计追踪</a:t>
            </a:r>
            <a:endParaRPr lang="en-US" altLang="zh-CN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记录所有的操作，包括切换页面，点击按钮，用户登录登出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记录内容要包括</a:t>
            </a:r>
            <a:r>
              <a:rPr lang="en-US" altLang="zh-CN" sz="1100" b="1" dirty="0"/>
              <a:t>Who When What </a:t>
            </a:r>
            <a:r>
              <a:rPr lang="zh-CN" altLang="en-US" sz="1100" b="1" dirty="0"/>
              <a:t>要素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日志文件不能被篡改，定期归档</a:t>
            </a:r>
            <a:br>
              <a:rPr lang="en-US" altLang="zh-CN" sz="1200" b="1" dirty="0"/>
            </a:br>
            <a:endParaRPr lang="en-US" altLang="zh-CN" sz="1200" b="1" dirty="0"/>
          </a:p>
          <a:p>
            <a:r>
              <a:rPr lang="zh-CN" altLang="en-US" b="1" dirty="0"/>
              <a:t>配方管理</a:t>
            </a:r>
            <a:endParaRPr lang="en-US" altLang="zh-CN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创建，编辑，版本控制，下发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配方修改需要做审计追踪</a:t>
            </a:r>
            <a:br>
              <a:rPr lang="en-US" altLang="zh-CN" sz="1200" b="1" dirty="0"/>
            </a:br>
            <a:endParaRPr lang="en-US" altLang="zh-CN" sz="1200" b="1" dirty="0"/>
          </a:p>
          <a:p>
            <a:r>
              <a:rPr lang="zh-CN" altLang="en-US" b="1" dirty="0"/>
              <a:t>生产数据管理</a:t>
            </a:r>
            <a:endParaRPr lang="en-US" altLang="zh-CN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实时监控采集关键工艺数据</a:t>
            </a:r>
            <a:r>
              <a:rPr lang="en-US" altLang="zh-CN" sz="1100" b="1" dirty="0"/>
              <a:t> &gt;&gt; </a:t>
            </a:r>
            <a:r>
              <a:rPr lang="zh-CN" altLang="en-US" sz="1100" b="1" dirty="0"/>
              <a:t>快速数据采集</a:t>
            </a:r>
            <a:r>
              <a:rPr lang="en-US" altLang="zh-CN" sz="1100" b="1" dirty="0"/>
              <a:t>1s</a:t>
            </a:r>
            <a:r>
              <a:rPr lang="zh-CN" altLang="en-US" sz="1100" b="1" dirty="0"/>
              <a:t>一笔</a:t>
            </a:r>
            <a:r>
              <a:rPr lang="en-US" altLang="zh-CN" sz="1100" b="1" dirty="0"/>
              <a:t>100-200</a:t>
            </a:r>
            <a:r>
              <a:rPr lang="zh-CN" altLang="en-US" sz="1100" b="1" dirty="0"/>
              <a:t>点数据录入，可能会出现</a:t>
            </a:r>
            <a:r>
              <a:rPr lang="en-US" altLang="zh-CN" sz="1100" b="1" dirty="0"/>
              <a:t>1s</a:t>
            </a:r>
            <a:r>
              <a:rPr lang="zh-CN" altLang="en-US" sz="1100" b="1" dirty="0"/>
              <a:t>以下的短时间数据采集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高精度的趋势分析显示（包括实时曲线和历史曲线） </a:t>
            </a:r>
            <a:endParaRPr lang="en-US" altLang="zh-CN" sz="1100" b="1" dirty="0"/>
          </a:p>
          <a:p>
            <a:r>
              <a:rPr lang="en-US" altLang="zh-CN" sz="1100" b="1" dirty="0"/>
              <a:t>&gt;&gt; </a:t>
            </a:r>
            <a:r>
              <a:rPr lang="zh-CN" altLang="en-US" sz="1100" b="1" dirty="0"/>
              <a:t>图线点数不能插补，不能抽点，可以放大看某段时间</a:t>
            </a:r>
            <a:endParaRPr lang="en-US" altLang="zh-CN" sz="1100" b="1" dirty="0"/>
          </a:p>
          <a:p>
            <a:br>
              <a:rPr lang="en-US" altLang="zh-CN" sz="1000" b="1" dirty="0"/>
            </a:br>
            <a:r>
              <a:rPr lang="zh-CN" altLang="en-US" b="1" dirty="0"/>
              <a:t>报警与事件管理</a:t>
            </a:r>
            <a:endParaRPr lang="en-US" altLang="zh-CN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b="1" dirty="0"/>
              <a:t>按照严重程度做分级</a:t>
            </a:r>
            <a:endParaRPr lang="en-US" altLang="zh-CN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 b="1" dirty="0"/>
              <a:t>操作员确认报警需要保存报警原因，并且记录到审计追踪中去 </a:t>
            </a:r>
            <a:endParaRPr lang="en-US" altLang="zh-CN" sz="1000" b="1" dirty="0"/>
          </a:p>
          <a:p>
            <a:br>
              <a:rPr lang="en-US" altLang="zh-CN" sz="1000" b="1" dirty="0"/>
            </a:br>
            <a:endParaRPr lang="en-US" altLang="zh-CN" sz="1000" b="1" dirty="0"/>
          </a:p>
          <a:p>
            <a:endParaRPr lang="en-US" altLang="zh-CN" sz="1200" b="1" dirty="0"/>
          </a:p>
          <a:p>
            <a:endParaRPr lang="en-US" altLang="zh-CN" sz="1600" b="1" dirty="0"/>
          </a:p>
          <a:p>
            <a:endParaRPr lang="en-US" altLang="zh-CN" sz="1600" b="1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31ACE824-617A-C59B-4E18-0C321D7A3D6F}"/>
              </a:ext>
            </a:extLst>
          </p:cNvPr>
          <p:cNvSpPr txBox="1">
            <a:spLocks/>
          </p:cNvSpPr>
          <p:nvPr/>
        </p:nvSpPr>
        <p:spPr>
          <a:xfrm>
            <a:off x="6121400" y="1003068"/>
            <a:ext cx="5738811" cy="4536515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电子签名系统</a:t>
            </a:r>
            <a:endParaRPr lang="en-US" altLang="zh-CN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执行关键操作时（变更配方，修改参数，开关批次，确认报警，确认报表等），强制要求电子签名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有时候会出现符合签名的情况（多重电子签名）</a:t>
            </a:r>
            <a:endParaRPr lang="en-US" altLang="zh-CN" sz="1100" b="1" dirty="0"/>
          </a:p>
          <a:p>
            <a:endParaRPr lang="en-US" altLang="zh-CN" sz="1600" b="1" dirty="0"/>
          </a:p>
          <a:p>
            <a:r>
              <a:rPr lang="zh-CN" altLang="en-US" b="1" dirty="0"/>
              <a:t>数据库</a:t>
            </a:r>
            <a:endParaRPr lang="en-US" altLang="zh-CN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插入数据需要考虑断点续传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防止错误录入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误删恢复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备份</a:t>
            </a:r>
            <a:r>
              <a:rPr lang="en-US" altLang="zh-CN" sz="1100" b="1" dirty="0"/>
              <a:t>/</a:t>
            </a:r>
            <a:r>
              <a:rPr lang="zh-CN" altLang="en-US" sz="1100" b="1" dirty="0"/>
              <a:t>还原</a:t>
            </a:r>
            <a:br>
              <a:rPr lang="en-US" altLang="zh-CN" sz="1200" b="1" dirty="0"/>
            </a:br>
            <a:endParaRPr lang="en-US" altLang="zh-CN" sz="1600" b="1" dirty="0"/>
          </a:p>
          <a:p>
            <a:r>
              <a:rPr lang="zh-CN" altLang="en-US" b="1" dirty="0"/>
              <a:t>电子报表</a:t>
            </a:r>
            <a:endParaRPr lang="en-US" altLang="zh-CN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简单的报表格式编辑（考虑拖拽式编辑报表），支持在线预览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按照批次</a:t>
            </a:r>
            <a:r>
              <a:rPr lang="en-US" altLang="zh-CN" sz="1100" b="1" dirty="0"/>
              <a:t>/</a:t>
            </a:r>
            <a:r>
              <a:rPr lang="zh-CN" altLang="en-US" sz="1100" b="1" dirty="0"/>
              <a:t>时间段生成报表查询数据库获得数据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在线报表显示，报表打印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b="1" dirty="0"/>
          </a:p>
          <a:p>
            <a:r>
              <a:rPr lang="zh-CN" altLang="en-US" b="1" dirty="0"/>
              <a:t>功能性插件</a:t>
            </a:r>
            <a:endParaRPr lang="en-US" altLang="zh-CN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/>
              <a:t>系统退出</a:t>
            </a:r>
            <a:r>
              <a:rPr lang="en-US" altLang="zh-CN" sz="1200" b="1" dirty="0"/>
              <a:t>/</a:t>
            </a:r>
            <a:r>
              <a:rPr lang="zh-CN" altLang="en-US" sz="1200" b="1" dirty="0"/>
              <a:t>关机</a:t>
            </a:r>
            <a:endParaRPr lang="en-US" altLang="zh-CN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/>
              <a:t>系统资源显示</a:t>
            </a:r>
            <a:br>
              <a:rPr lang="en-US" altLang="zh-CN" sz="1200" b="1" dirty="0"/>
            </a:br>
            <a:endParaRPr lang="en-US" altLang="zh-CN" sz="1200" b="1" dirty="0"/>
          </a:p>
          <a:p>
            <a:r>
              <a:rPr lang="zh-CN" altLang="en-US" b="1" dirty="0"/>
              <a:t>系统集成通讯</a:t>
            </a:r>
            <a:endParaRPr lang="en-US" altLang="zh-CN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b="1" dirty="0"/>
              <a:t>OPCUA</a:t>
            </a:r>
            <a:r>
              <a:rPr lang="zh-CN" altLang="en-US" sz="1100" b="1" dirty="0"/>
              <a:t>协议做上下位接口</a:t>
            </a:r>
            <a:endParaRPr lang="en-US" altLang="zh-CN" sz="1100" b="1" dirty="0"/>
          </a:p>
          <a:p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276629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80B3A-B5E7-243A-BED1-18E38D15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A235E2-5AFC-819C-2B47-EC7B4EB1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软件方案</a:t>
            </a:r>
            <a:r>
              <a:rPr lang="en-US" altLang="zh-CN" dirty="0"/>
              <a:t>  -&gt; </a:t>
            </a:r>
            <a:r>
              <a:rPr lang="zh-CN" altLang="en-US" dirty="0"/>
              <a:t>建议拓扑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155FD4-BA4A-2743-85C1-9DAF5C6A4392}"/>
              </a:ext>
            </a:extLst>
          </p:cNvPr>
          <p:cNvGrpSpPr/>
          <p:nvPr/>
        </p:nvGrpSpPr>
        <p:grpSpPr>
          <a:xfrm>
            <a:off x="1539691" y="1450766"/>
            <a:ext cx="8588523" cy="4690954"/>
            <a:chOff x="1647678" y="1793892"/>
            <a:chExt cx="7488096" cy="2593569"/>
          </a:xfrm>
          <a:solidFill>
            <a:schemeClr val="accent4"/>
          </a:solidFill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23067E0-B3C1-FF07-32DC-81F26E83D0E8}"/>
                </a:ext>
              </a:extLst>
            </p:cNvPr>
            <p:cNvSpPr/>
            <p:nvPr/>
          </p:nvSpPr>
          <p:spPr bwMode="gray">
            <a:xfrm>
              <a:off x="1647678" y="1793892"/>
              <a:ext cx="7488096" cy="2593569"/>
            </a:xfrm>
            <a:prstGeom prst="roundRect">
              <a:avLst/>
            </a:prstGeom>
            <a:grp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F8A4792-AF01-35AC-FD58-400E187C7BF9}"/>
                </a:ext>
              </a:extLst>
            </p:cNvPr>
            <p:cNvSpPr txBox="1"/>
            <p:nvPr/>
          </p:nvSpPr>
          <p:spPr bwMode="gray">
            <a:xfrm>
              <a:off x="4192499" y="1793892"/>
              <a:ext cx="2398453" cy="21527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Hypervisor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6843AE7-2789-9B58-C7D0-5C6903699236}"/>
              </a:ext>
            </a:extLst>
          </p:cNvPr>
          <p:cNvGrpSpPr/>
          <p:nvPr/>
        </p:nvGrpSpPr>
        <p:grpSpPr>
          <a:xfrm>
            <a:off x="1905000" y="1847868"/>
            <a:ext cx="4743948" cy="4196108"/>
            <a:chOff x="1647677" y="1765342"/>
            <a:chExt cx="7488096" cy="2593569"/>
          </a:xfrm>
          <a:solidFill>
            <a:srgbClr val="00B0F0"/>
          </a:solidFill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247C801-A126-57E5-0C2A-5FE08A3E3E7C}"/>
                </a:ext>
              </a:extLst>
            </p:cNvPr>
            <p:cNvSpPr/>
            <p:nvPr/>
          </p:nvSpPr>
          <p:spPr bwMode="gray">
            <a:xfrm>
              <a:off x="1647677" y="1765342"/>
              <a:ext cx="7488096" cy="2593569"/>
            </a:xfrm>
            <a:prstGeom prst="roundRect">
              <a:avLst/>
            </a:prstGeom>
            <a:grp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A6DBDA-E04B-C1B0-C7CE-D296587F79D9}"/>
                </a:ext>
              </a:extLst>
            </p:cNvPr>
            <p:cNvSpPr txBox="1"/>
            <p:nvPr/>
          </p:nvSpPr>
          <p:spPr bwMode="gray">
            <a:xfrm>
              <a:off x="4192499" y="1793892"/>
              <a:ext cx="2398453" cy="21527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GPOS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9821071-2C7F-05B0-0F57-CC100801A2A2}"/>
              </a:ext>
            </a:extLst>
          </p:cNvPr>
          <p:cNvGrpSpPr/>
          <p:nvPr/>
        </p:nvGrpSpPr>
        <p:grpSpPr>
          <a:xfrm>
            <a:off x="7482041" y="2962909"/>
            <a:ext cx="2457214" cy="1312449"/>
            <a:chOff x="1647677" y="1765342"/>
            <a:chExt cx="7488096" cy="2593569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FDFD63F-4847-C09F-8B35-94E49FDF944F}"/>
                </a:ext>
              </a:extLst>
            </p:cNvPr>
            <p:cNvSpPr/>
            <p:nvPr/>
          </p:nvSpPr>
          <p:spPr bwMode="gray">
            <a:xfrm>
              <a:off x="1647677" y="1765342"/>
              <a:ext cx="7488096" cy="2593569"/>
            </a:xfrm>
            <a:prstGeom prst="roundRect">
              <a:avLst/>
            </a:prstGeom>
            <a:grp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BACE0D-521F-A9E1-B2F9-CCBE4D6720A3}"/>
                </a:ext>
              </a:extLst>
            </p:cNvPr>
            <p:cNvSpPr txBox="1"/>
            <p:nvPr/>
          </p:nvSpPr>
          <p:spPr bwMode="gray">
            <a:xfrm>
              <a:off x="3754081" y="1863813"/>
              <a:ext cx="3547113" cy="182462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dirty="0"/>
                <a:t>AR (RTOS)</a:t>
              </a:r>
              <a:br>
                <a:rPr lang="en-US" altLang="zh-CN" dirty="0"/>
              </a:br>
              <a:r>
                <a:rPr lang="zh-CN" altLang="en-US" dirty="0"/>
                <a:t>控制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1C1484-63D7-8F94-FE79-3097FB78A286}"/>
              </a:ext>
            </a:extLst>
          </p:cNvPr>
          <p:cNvGrpSpPr/>
          <p:nvPr/>
        </p:nvGrpSpPr>
        <p:grpSpPr>
          <a:xfrm>
            <a:off x="2115860" y="2256453"/>
            <a:ext cx="4254289" cy="649584"/>
            <a:chOff x="1579175" y="1751658"/>
            <a:chExt cx="7488097" cy="2593568"/>
          </a:xfrm>
          <a:solidFill>
            <a:srgbClr val="92D050"/>
          </a:solidFill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BF878FA-E36B-F536-0207-139FADBFD08B}"/>
                </a:ext>
              </a:extLst>
            </p:cNvPr>
            <p:cNvSpPr/>
            <p:nvPr/>
          </p:nvSpPr>
          <p:spPr bwMode="gray">
            <a:xfrm>
              <a:off x="1579175" y="1751658"/>
              <a:ext cx="7488097" cy="2593568"/>
            </a:xfrm>
            <a:prstGeom prst="roundRect">
              <a:avLst/>
            </a:prstGeom>
            <a:grp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en-US" altLang="zh-CN" sz="1200" dirty="0">
                <a:solidFill>
                  <a:schemeClr val="tx1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zh-CN" altLang="en-US" sz="1200" dirty="0">
                  <a:solidFill>
                    <a:schemeClr val="tx1"/>
                  </a:solidFill>
                </a:rPr>
                <a:t>人机界面</a:t>
              </a:r>
              <a:r>
                <a:rPr lang="en-US" altLang="zh-CN" sz="1200" dirty="0">
                  <a:solidFill>
                    <a:schemeClr val="tx1"/>
                  </a:solidFill>
                </a:rPr>
                <a:t>&gt;&gt;&gt; </a:t>
              </a:r>
              <a:r>
                <a:rPr lang="zh-CN" altLang="en-US" sz="1200" dirty="0">
                  <a:solidFill>
                    <a:schemeClr val="tx1"/>
                  </a:solidFill>
                </a:rPr>
                <a:t>操作、触发功能、报警和审计、报表显示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94DC35-4BE5-CAC9-3EBF-128737E904E0}"/>
                </a:ext>
              </a:extLst>
            </p:cNvPr>
            <p:cNvSpPr txBox="1"/>
            <p:nvPr/>
          </p:nvSpPr>
          <p:spPr bwMode="gray">
            <a:xfrm>
              <a:off x="1666039" y="1795821"/>
              <a:ext cx="4547569" cy="135173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zh-CN" sz="1600" dirty="0"/>
                <a:t>Arsim </a:t>
              </a:r>
              <a:r>
                <a:rPr lang="en-US" altLang="zh-CN" sz="1600" dirty="0" err="1"/>
                <a:t>mappView</a:t>
              </a:r>
              <a:r>
                <a:rPr lang="en-US" altLang="zh-CN" sz="1600" dirty="0"/>
                <a:t> </a:t>
              </a:r>
              <a:r>
                <a:rPr lang="zh-CN" altLang="en-US" sz="1600" dirty="0">
                  <a:solidFill>
                    <a:schemeClr val="tx1"/>
                  </a:solidFill>
                </a:rPr>
                <a:t>（前端）</a:t>
              </a: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EC5AC39-E592-A5BD-69C3-814DD13F500D}"/>
              </a:ext>
            </a:extLst>
          </p:cNvPr>
          <p:cNvSpPr/>
          <p:nvPr/>
        </p:nvSpPr>
        <p:spPr bwMode="gray">
          <a:xfrm>
            <a:off x="2151522" y="3596512"/>
            <a:ext cx="1818606" cy="98795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zh-CN" altLang="en-US" sz="800" dirty="0">
                <a:solidFill>
                  <a:schemeClr val="tx1"/>
                </a:solidFill>
              </a:rPr>
              <a:t>数据库操作软件（后端）</a:t>
            </a:r>
            <a:br>
              <a:rPr lang="en-US" altLang="zh-CN" sz="800" dirty="0">
                <a:solidFill>
                  <a:schemeClr val="tx1"/>
                </a:solidFill>
              </a:rPr>
            </a:br>
            <a:endParaRPr lang="en-US" altLang="zh-CN" sz="8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800" dirty="0">
                <a:solidFill>
                  <a:schemeClr val="tx1"/>
                </a:solidFill>
              </a:rPr>
              <a:t>1.</a:t>
            </a:r>
            <a:r>
              <a:rPr lang="zh-CN" altLang="en-US" sz="800" dirty="0">
                <a:solidFill>
                  <a:schemeClr val="tx1"/>
                </a:solidFill>
              </a:rPr>
              <a:t>管理功能（备份</a:t>
            </a:r>
            <a:r>
              <a:rPr lang="en-US" altLang="zh-CN" sz="800" dirty="0">
                <a:solidFill>
                  <a:schemeClr val="tx1"/>
                </a:solidFill>
              </a:rPr>
              <a:t>/</a:t>
            </a:r>
            <a:r>
              <a:rPr lang="zh-CN" altLang="en-US" sz="800" dirty="0">
                <a:solidFill>
                  <a:schemeClr val="tx1"/>
                </a:solidFill>
              </a:rPr>
              <a:t>转移</a:t>
            </a:r>
            <a:r>
              <a:rPr lang="en-US" altLang="zh-CN" sz="800" dirty="0">
                <a:solidFill>
                  <a:schemeClr val="tx1"/>
                </a:solidFill>
              </a:rPr>
              <a:t>/</a:t>
            </a:r>
            <a:r>
              <a:rPr lang="zh-CN" altLang="en-US" sz="800" dirty="0">
                <a:solidFill>
                  <a:schemeClr val="tx1"/>
                </a:solidFill>
              </a:rPr>
              <a:t>还原）</a:t>
            </a:r>
            <a:endParaRPr lang="en-US" altLang="zh-CN" sz="8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800" dirty="0">
                <a:solidFill>
                  <a:schemeClr val="tx1"/>
                </a:solidFill>
              </a:rPr>
              <a:t>2.</a:t>
            </a:r>
            <a:r>
              <a:rPr lang="zh-CN" altLang="en-US" sz="800" dirty="0">
                <a:solidFill>
                  <a:schemeClr val="tx1"/>
                </a:solidFill>
              </a:rPr>
              <a:t>数据库操作（增删改查）</a:t>
            </a:r>
            <a:endParaRPr lang="en-US" altLang="zh-CN" sz="8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800" dirty="0">
                <a:solidFill>
                  <a:schemeClr val="tx1"/>
                </a:solidFill>
              </a:rPr>
              <a:t>3.</a:t>
            </a:r>
            <a:r>
              <a:rPr lang="zh-CN" altLang="en-US" sz="800" dirty="0">
                <a:solidFill>
                  <a:schemeClr val="tx1"/>
                </a:solidFill>
              </a:rPr>
              <a:t>自动建表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4382C9-DE6F-CFED-8DED-20193A8E00D4}"/>
              </a:ext>
            </a:extLst>
          </p:cNvPr>
          <p:cNvSpPr/>
          <p:nvPr/>
        </p:nvSpPr>
        <p:spPr bwMode="gray">
          <a:xfrm>
            <a:off x="2144934" y="3081109"/>
            <a:ext cx="4259676" cy="36182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altLang="zh-CN" sz="800" dirty="0">
                <a:solidFill>
                  <a:schemeClr val="tx1"/>
                </a:solidFill>
              </a:rPr>
              <a:t>OPCUA</a:t>
            </a:r>
            <a:r>
              <a:rPr lang="zh-CN" altLang="en-US" sz="800" dirty="0">
                <a:solidFill>
                  <a:schemeClr val="tx1"/>
                </a:solidFill>
              </a:rPr>
              <a:t>数据获取</a:t>
            </a:r>
            <a:endParaRPr lang="en-US" altLang="zh-CN" sz="8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800" dirty="0">
                <a:solidFill>
                  <a:schemeClr val="tx1"/>
                </a:solidFill>
              </a:rPr>
              <a:t>1.</a:t>
            </a:r>
            <a:r>
              <a:rPr lang="zh-CN" altLang="en-US" sz="800" dirty="0">
                <a:solidFill>
                  <a:schemeClr val="tx1"/>
                </a:solidFill>
              </a:rPr>
              <a:t>灵活配置变量</a:t>
            </a:r>
            <a:r>
              <a:rPr lang="en-US" altLang="zh-CN" sz="800" dirty="0">
                <a:solidFill>
                  <a:schemeClr val="tx1"/>
                </a:solidFill>
              </a:rPr>
              <a:t>        2.</a:t>
            </a:r>
            <a:r>
              <a:rPr lang="zh-CN" altLang="en-US" sz="800" dirty="0">
                <a:solidFill>
                  <a:schemeClr val="tx1"/>
                </a:solidFill>
              </a:rPr>
              <a:t>变量读写</a:t>
            </a:r>
            <a:r>
              <a:rPr lang="en-US" altLang="zh-CN" sz="800" dirty="0">
                <a:solidFill>
                  <a:schemeClr val="tx1"/>
                </a:solidFill>
              </a:rPr>
              <a:t>  3. </a:t>
            </a:r>
            <a:r>
              <a:rPr lang="zh-CN" altLang="en-US" sz="800" dirty="0">
                <a:solidFill>
                  <a:schemeClr val="tx1"/>
                </a:solidFill>
              </a:rPr>
              <a:t>前后端数据交互</a:t>
            </a:r>
            <a:endParaRPr lang="en-US" altLang="zh-CN" sz="800" dirty="0">
              <a:solidFill>
                <a:schemeClr val="tx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A5FE629-4F8F-3205-5E13-CA6D9FF225F1}"/>
              </a:ext>
            </a:extLst>
          </p:cNvPr>
          <p:cNvGrpSpPr/>
          <p:nvPr/>
        </p:nvGrpSpPr>
        <p:grpSpPr>
          <a:xfrm>
            <a:off x="2150321" y="4794205"/>
            <a:ext cx="4298739" cy="940960"/>
            <a:chOff x="1647680" y="1765342"/>
            <a:chExt cx="5064211" cy="2593569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01BCB828-0EC1-FE87-B77C-680855069317}"/>
                </a:ext>
              </a:extLst>
            </p:cNvPr>
            <p:cNvSpPr/>
            <p:nvPr/>
          </p:nvSpPr>
          <p:spPr bwMode="gray">
            <a:xfrm>
              <a:off x="1647680" y="1765342"/>
              <a:ext cx="5064211" cy="2593569"/>
            </a:xfrm>
            <a:prstGeom prst="roundRect">
              <a:avLst/>
            </a:prstGeom>
            <a:grp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600"/>
                </a:spcBef>
              </a:pP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02FC075-0931-E694-734E-FACD7049DF37}"/>
                </a:ext>
              </a:extLst>
            </p:cNvPr>
            <p:cNvSpPr txBox="1"/>
            <p:nvPr/>
          </p:nvSpPr>
          <p:spPr bwMode="gray">
            <a:xfrm>
              <a:off x="1770690" y="1765342"/>
              <a:ext cx="4579114" cy="67865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zh-CN" altLang="en-US" sz="1000" dirty="0"/>
                <a:t>数据库 （基础）   </a:t>
              </a:r>
              <a:r>
                <a:rPr lang="en-US" altLang="zh-CN" sz="1000" dirty="0"/>
                <a:t>&gt;&gt;&gt; </a:t>
              </a:r>
              <a:r>
                <a:rPr lang="zh-CN" altLang="en-US" sz="1000" dirty="0"/>
                <a:t>存储生产，配方，审计，报警数据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AEA0701-E3AD-C20B-AA0D-4D66F17F67E5}"/>
              </a:ext>
            </a:extLst>
          </p:cNvPr>
          <p:cNvSpPr/>
          <p:nvPr/>
        </p:nvSpPr>
        <p:spPr bwMode="gray">
          <a:xfrm>
            <a:off x="5224430" y="3619134"/>
            <a:ext cx="1180180" cy="98795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zh-CN" altLang="en-US" sz="800" dirty="0">
                <a:solidFill>
                  <a:schemeClr val="tx1"/>
                </a:solidFill>
              </a:rPr>
              <a:t>报表软件（后端）</a:t>
            </a:r>
            <a:br>
              <a:rPr lang="en-US" altLang="zh-CN" sz="800" dirty="0">
                <a:solidFill>
                  <a:schemeClr val="tx1"/>
                </a:solidFill>
              </a:rPr>
            </a:br>
            <a:endParaRPr lang="en-US" altLang="zh-CN" sz="8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800" dirty="0">
                <a:solidFill>
                  <a:schemeClr val="tx1"/>
                </a:solidFill>
              </a:rPr>
              <a:t>1.</a:t>
            </a:r>
            <a:r>
              <a:rPr lang="zh-CN" altLang="en-US" sz="800" dirty="0">
                <a:solidFill>
                  <a:schemeClr val="tx1"/>
                </a:solidFill>
              </a:rPr>
              <a:t> 编辑报表格式</a:t>
            </a:r>
            <a:endParaRPr lang="en-US" altLang="zh-CN" sz="8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800" dirty="0">
                <a:solidFill>
                  <a:schemeClr val="tx1"/>
                </a:solidFill>
              </a:rPr>
              <a:t>2.</a:t>
            </a:r>
            <a:r>
              <a:rPr lang="zh-CN" altLang="en-US" sz="800" dirty="0">
                <a:solidFill>
                  <a:schemeClr val="tx1"/>
                </a:solidFill>
              </a:rPr>
              <a:t>数据源关联</a:t>
            </a:r>
            <a:endParaRPr lang="en-US" altLang="zh-CN" sz="8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800" dirty="0">
                <a:solidFill>
                  <a:schemeClr val="tx1"/>
                </a:solidFill>
              </a:rPr>
              <a:t>3.</a:t>
            </a:r>
            <a:r>
              <a:rPr lang="zh-CN" altLang="en-US" sz="800" dirty="0">
                <a:solidFill>
                  <a:schemeClr val="tx1"/>
                </a:solidFill>
              </a:rPr>
              <a:t>报表发布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0FD00B8-7431-42BC-8629-A440EAB32228}"/>
              </a:ext>
            </a:extLst>
          </p:cNvPr>
          <p:cNvSpPr/>
          <p:nvPr/>
        </p:nvSpPr>
        <p:spPr bwMode="gray">
          <a:xfrm>
            <a:off x="2183056" y="5076035"/>
            <a:ext cx="1700604" cy="6464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zh-CN" altLang="en-US" sz="800" dirty="0">
                <a:solidFill>
                  <a:schemeClr val="tx1"/>
                </a:solidFill>
              </a:rPr>
              <a:t>实时数据表</a:t>
            </a:r>
            <a:endParaRPr lang="en-US" altLang="zh-CN" sz="8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800" dirty="0">
                <a:solidFill>
                  <a:schemeClr val="tx1"/>
                </a:solidFill>
              </a:rPr>
              <a:t>存放短时间的数据 </a:t>
            </a:r>
            <a:endParaRPr lang="en-US" altLang="zh-CN" sz="8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800" dirty="0">
                <a:solidFill>
                  <a:schemeClr val="tx1"/>
                </a:solidFill>
              </a:rPr>
              <a:t>(</a:t>
            </a:r>
            <a:r>
              <a:rPr lang="zh-CN" altLang="en-US" sz="800" dirty="0">
                <a:solidFill>
                  <a:schemeClr val="tx1"/>
                </a:solidFill>
              </a:rPr>
              <a:t>一般为</a:t>
            </a:r>
            <a:r>
              <a:rPr lang="en-US" altLang="zh-CN" sz="800" dirty="0">
                <a:solidFill>
                  <a:schemeClr val="tx1"/>
                </a:solidFill>
              </a:rPr>
              <a:t>1-2</a:t>
            </a:r>
            <a:r>
              <a:rPr lang="zh-CN" altLang="en-US" sz="800" dirty="0">
                <a:solidFill>
                  <a:schemeClr val="tx1"/>
                </a:solidFill>
              </a:rPr>
              <a:t>天或者多次工艺周期）</a:t>
            </a:r>
            <a:endParaRPr lang="en-US" altLang="zh-CN" sz="8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6120BDB-3744-D907-C69E-1975F93ECCE9}"/>
              </a:ext>
            </a:extLst>
          </p:cNvPr>
          <p:cNvSpPr/>
          <p:nvPr/>
        </p:nvSpPr>
        <p:spPr bwMode="gray">
          <a:xfrm>
            <a:off x="4007189" y="3617961"/>
            <a:ext cx="1180180" cy="98795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zh-CN" altLang="en-US" sz="800" dirty="0">
                <a:solidFill>
                  <a:schemeClr val="tx1"/>
                </a:solidFill>
              </a:rPr>
              <a:t>管理软件（后端）</a:t>
            </a:r>
            <a:endParaRPr lang="en-US" altLang="zh-CN" sz="8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700" dirty="0">
                <a:solidFill>
                  <a:schemeClr val="tx1"/>
                </a:solidFill>
              </a:rPr>
              <a:t>1.</a:t>
            </a:r>
            <a:r>
              <a:rPr lang="zh-CN" altLang="en-US" sz="700" dirty="0">
                <a:solidFill>
                  <a:schemeClr val="tx1"/>
                </a:solidFill>
              </a:rPr>
              <a:t> </a:t>
            </a:r>
            <a:r>
              <a:rPr lang="en-US" altLang="zh-CN" sz="700" dirty="0">
                <a:solidFill>
                  <a:schemeClr val="tx1"/>
                </a:solidFill>
              </a:rPr>
              <a:t>PDF</a:t>
            </a:r>
            <a:r>
              <a:rPr lang="zh-CN" altLang="en-US" sz="700" dirty="0">
                <a:solidFill>
                  <a:schemeClr val="tx1"/>
                </a:solidFill>
              </a:rPr>
              <a:t>打印</a:t>
            </a:r>
            <a:r>
              <a:rPr lang="en-US" altLang="zh-CN" sz="700" dirty="0">
                <a:solidFill>
                  <a:schemeClr val="tx1"/>
                </a:solidFill>
              </a:rPr>
              <a:t>/</a:t>
            </a:r>
            <a:r>
              <a:rPr lang="zh-CN" altLang="en-US" sz="700" dirty="0">
                <a:solidFill>
                  <a:schemeClr val="tx1"/>
                </a:solidFill>
              </a:rPr>
              <a:t>图片打印</a:t>
            </a:r>
            <a:endParaRPr lang="en-US" altLang="zh-CN" sz="7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700" dirty="0">
                <a:solidFill>
                  <a:schemeClr val="tx1"/>
                </a:solidFill>
              </a:rPr>
              <a:t>2.</a:t>
            </a:r>
            <a:r>
              <a:rPr lang="zh-CN" altLang="en-US" sz="700" dirty="0">
                <a:solidFill>
                  <a:schemeClr val="tx1"/>
                </a:solidFill>
              </a:rPr>
              <a:t>功能类（系统关机</a:t>
            </a:r>
            <a:r>
              <a:rPr lang="en-US" altLang="zh-CN" sz="700" dirty="0">
                <a:solidFill>
                  <a:schemeClr val="tx1"/>
                </a:solidFill>
              </a:rPr>
              <a:t>/</a:t>
            </a:r>
            <a:r>
              <a:rPr lang="zh-CN" altLang="en-US" sz="700" dirty="0">
                <a:solidFill>
                  <a:schemeClr val="tx1"/>
                </a:solidFill>
              </a:rPr>
              <a:t>退出系统</a:t>
            </a:r>
            <a:r>
              <a:rPr lang="en-US" altLang="zh-CN" sz="700" dirty="0">
                <a:solidFill>
                  <a:schemeClr val="tx1"/>
                </a:solidFill>
              </a:rPr>
              <a:t>/</a:t>
            </a:r>
            <a:r>
              <a:rPr lang="zh-CN" altLang="en-US" sz="700" dirty="0">
                <a:solidFill>
                  <a:schemeClr val="tx1"/>
                </a:solidFill>
              </a:rPr>
              <a:t>查</a:t>
            </a:r>
            <a:r>
              <a:rPr lang="en-US" altLang="zh-CN" sz="700" dirty="0">
                <a:solidFill>
                  <a:schemeClr val="tx1"/>
                </a:solidFill>
              </a:rPr>
              <a:t>Windows</a:t>
            </a:r>
            <a:r>
              <a:rPr lang="zh-CN" altLang="en-US" sz="700" dirty="0">
                <a:solidFill>
                  <a:schemeClr val="tx1"/>
                </a:solidFill>
              </a:rPr>
              <a:t>负载</a:t>
            </a:r>
            <a:r>
              <a:rPr lang="en-US" altLang="zh-CN" sz="700" dirty="0">
                <a:solidFill>
                  <a:schemeClr val="tx1"/>
                </a:solidFill>
              </a:rPr>
              <a:t>/</a:t>
            </a:r>
            <a:r>
              <a:rPr lang="zh-CN" altLang="en-US" sz="700" dirty="0">
                <a:solidFill>
                  <a:schemeClr val="tx1"/>
                </a:solidFill>
              </a:rPr>
              <a:t>盘符大小）</a:t>
            </a:r>
            <a:endParaRPr lang="en-US" altLang="zh-CN" sz="7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700" dirty="0">
                <a:solidFill>
                  <a:schemeClr val="tx1"/>
                </a:solidFill>
              </a:rPr>
              <a:t>3.</a:t>
            </a:r>
            <a:r>
              <a:rPr lang="zh-CN" altLang="en-US" sz="700" dirty="0">
                <a:solidFill>
                  <a:schemeClr val="tx1"/>
                </a:solidFill>
              </a:rPr>
              <a:t>文件操作</a:t>
            </a:r>
            <a:r>
              <a:rPr lang="en-US" altLang="zh-CN" sz="700" dirty="0">
                <a:solidFill>
                  <a:schemeClr val="tx1"/>
                </a:solidFill>
              </a:rPr>
              <a:t>/ U</a:t>
            </a:r>
            <a:r>
              <a:rPr lang="zh-CN" altLang="en-US" sz="700" dirty="0">
                <a:solidFill>
                  <a:schemeClr val="tx1"/>
                </a:solidFill>
              </a:rPr>
              <a:t>盘插入检测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D1EC551-94F2-641F-6817-C5DC24F9A717}"/>
              </a:ext>
            </a:extLst>
          </p:cNvPr>
          <p:cNvSpPr/>
          <p:nvPr/>
        </p:nvSpPr>
        <p:spPr bwMode="gray">
          <a:xfrm>
            <a:off x="4597279" y="5064567"/>
            <a:ext cx="1700604" cy="64645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zh-CN" altLang="en-US" sz="800" dirty="0">
                <a:solidFill>
                  <a:schemeClr val="tx1"/>
                </a:solidFill>
              </a:rPr>
              <a:t>历史数据表</a:t>
            </a:r>
            <a:br>
              <a:rPr lang="en-US" altLang="zh-CN" sz="800" dirty="0">
                <a:solidFill>
                  <a:schemeClr val="tx1"/>
                </a:solidFill>
              </a:rPr>
            </a:br>
            <a:r>
              <a:rPr lang="zh-CN" altLang="en-US" sz="800" dirty="0">
                <a:solidFill>
                  <a:schemeClr val="tx1"/>
                </a:solidFill>
              </a:rPr>
              <a:t>存放长时间数据</a:t>
            </a:r>
            <a:br>
              <a:rPr lang="en-US" altLang="zh-CN" sz="800" dirty="0">
                <a:solidFill>
                  <a:schemeClr val="tx1"/>
                </a:solidFill>
              </a:rPr>
            </a:br>
            <a:r>
              <a:rPr lang="zh-CN" altLang="en-US" sz="800" dirty="0">
                <a:solidFill>
                  <a:schemeClr val="tx1"/>
                </a:solidFill>
              </a:rPr>
              <a:t>（按照一定时间分割，比如</a:t>
            </a:r>
            <a:r>
              <a:rPr lang="en-US" altLang="zh-CN" sz="800" dirty="0">
                <a:solidFill>
                  <a:schemeClr val="tx1"/>
                </a:solidFill>
              </a:rPr>
              <a:t>1-2</a:t>
            </a:r>
            <a:r>
              <a:rPr lang="zh-CN" altLang="en-US" sz="800" dirty="0">
                <a:solidFill>
                  <a:schemeClr val="tx1"/>
                </a:solidFill>
              </a:rPr>
              <a:t>个月分割分割存储存放）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F48040D5-B2C6-247E-4330-43938E0A92C4}"/>
              </a:ext>
            </a:extLst>
          </p:cNvPr>
          <p:cNvSpPr/>
          <p:nvPr/>
        </p:nvSpPr>
        <p:spPr bwMode="gray">
          <a:xfrm>
            <a:off x="3195428" y="2950961"/>
            <a:ext cx="326282" cy="23495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993105C4-B566-BBFF-FEF8-6DA11F3EC8ED}"/>
              </a:ext>
            </a:extLst>
          </p:cNvPr>
          <p:cNvSpPr/>
          <p:nvPr/>
        </p:nvSpPr>
        <p:spPr bwMode="gray">
          <a:xfrm rot="10800000">
            <a:off x="5187369" y="2884453"/>
            <a:ext cx="326282" cy="23495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C70E5625-30E0-DDF7-0D52-19159C02A717}"/>
              </a:ext>
            </a:extLst>
          </p:cNvPr>
          <p:cNvSpPr/>
          <p:nvPr/>
        </p:nvSpPr>
        <p:spPr bwMode="gray">
          <a:xfrm rot="17722648">
            <a:off x="6898223" y="2522287"/>
            <a:ext cx="326282" cy="85090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4C4CEB42-8C6B-41FF-351A-4EF4C3912BE8}"/>
              </a:ext>
            </a:extLst>
          </p:cNvPr>
          <p:cNvSpPr/>
          <p:nvPr/>
        </p:nvSpPr>
        <p:spPr bwMode="gray">
          <a:xfrm rot="6944966">
            <a:off x="6751461" y="2790228"/>
            <a:ext cx="326282" cy="85090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82EAA927-3038-FAF1-0ED8-4C17E0BB8227}"/>
              </a:ext>
            </a:extLst>
          </p:cNvPr>
          <p:cNvSpPr/>
          <p:nvPr/>
        </p:nvSpPr>
        <p:spPr bwMode="gray">
          <a:xfrm>
            <a:off x="2973076" y="4559255"/>
            <a:ext cx="326282" cy="23495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6B307684-8E3F-B72E-F8DA-9626E6615E9C}"/>
              </a:ext>
            </a:extLst>
          </p:cNvPr>
          <p:cNvSpPr/>
          <p:nvPr/>
        </p:nvSpPr>
        <p:spPr bwMode="gray">
          <a:xfrm rot="10800000">
            <a:off x="4402267" y="3382030"/>
            <a:ext cx="326282" cy="23495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9174DEBF-744A-57D4-7141-A538C342320A}"/>
              </a:ext>
            </a:extLst>
          </p:cNvPr>
          <p:cNvSpPr/>
          <p:nvPr/>
        </p:nvSpPr>
        <p:spPr bwMode="gray">
          <a:xfrm>
            <a:off x="5670812" y="4584466"/>
            <a:ext cx="326282" cy="23495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Arrow: Curved Right 47">
            <a:extLst>
              <a:ext uri="{FF2B5EF4-FFF2-40B4-BE49-F238E27FC236}">
                <a16:creationId xmlns:a16="http://schemas.microsoft.com/office/drawing/2014/main" id="{2DE7CA91-73D1-57B8-677B-78EDC8DC1C52}"/>
              </a:ext>
            </a:extLst>
          </p:cNvPr>
          <p:cNvSpPr/>
          <p:nvPr/>
        </p:nvSpPr>
        <p:spPr bwMode="gray">
          <a:xfrm rot="4442168">
            <a:off x="691875" y="2909966"/>
            <a:ext cx="926376" cy="1414029"/>
          </a:xfrm>
          <a:prstGeom prst="curvedRightArrow">
            <a:avLst>
              <a:gd name="adj1" fmla="val 25000"/>
              <a:gd name="adj2" fmla="val 60535"/>
              <a:gd name="adj3" fmla="val 31484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B4B68B7-D0B7-E4A6-E92B-F9DE8ACDACDE}"/>
              </a:ext>
            </a:extLst>
          </p:cNvPr>
          <p:cNvSpPr/>
          <p:nvPr/>
        </p:nvSpPr>
        <p:spPr bwMode="gray">
          <a:xfrm>
            <a:off x="2056616" y="3012739"/>
            <a:ext cx="4447551" cy="2816561"/>
          </a:xfrm>
          <a:prstGeom prst="rect">
            <a:avLst/>
          </a:prstGeom>
          <a:noFill/>
          <a:ln w="3492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53B227C-0FDE-F94B-0B30-8D1F14B5B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94" y="4237659"/>
            <a:ext cx="688168" cy="688168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75AF46B4-965B-DBAE-5FF3-6F1196871175}"/>
              </a:ext>
            </a:extLst>
          </p:cNvPr>
          <p:cNvSpPr txBox="1"/>
          <p:nvPr/>
        </p:nvSpPr>
        <p:spPr bwMode="gray">
          <a:xfrm>
            <a:off x="213891" y="4941880"/>
            <a:ext cx="11639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200" dirty="0">
                <a:solidFill>
                  <a:schemeClr val="tx1"/>
                </a:solidFill>
              </a:rPr>
              <a:t>.exe</a:t>
            </a:r>
            <a:r>
              <a:rPr lang="zh-CN" altLang="en-US" sz="1200" dirty="0">
                <a:solidFill>
                  <a:schemeClr val="tx1"/>
                </a:solidFill>
              </a:rPr>
              <a:t>安装包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0A2F38F-E323-648E-9E7A-342344E8FA9B}"/>
              </a:ext>
            </a:extLst>
          </p:cNvPr>
          <p:cNvSpPr/>
          <p:nvPr/>
        </p:nvSpPr>
        <p:spPr bwMode="gray">
          <a:xfrm rot="10800000">
            <a:off x="3079526" y="3428502"/>
            <a:ext cx="326282" cy="23495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C0372713-E960-4EEF-F481-F423AA00C6FB}"/>
              </a:ext>
            </a:extLst>
          </p:cNvPr>
          <p:cNvSpPr/>
          <p:nvPr/>
        </p:nvSpPr>
        <p:spPr bwMode="gray">
          <a:xfrm>
            <a:off x="5489508" y="3465538"/>
            <a:ext cx="326282" cy="23495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7E6812-EE9D-B36B-CED4-FDDE6FA967B8}"/>
              </a:ext>
            </a:extLst>
          </p:cNvPr>
          <p:cNvSpPr txBox="1"/>
          <p:nvPr/>
        </p:nvSpPr>
        <p:spPr bwMode="gray">
          <a:xfrm>
            <a:off x="6891255" y="2491128"/>
            <a:ext cx="14374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OPC UA remote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43921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D91CF-216C-9C9A-3FCA-B7DF9DE47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A024AA-A52A-AE77-AD0B-D9CAF945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功能拆分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E01C4D-719B-D65F-A741-50D958D798A6}"/>
              </a:ext>
            </a:extLst>
          </p:cNvPr>
          <p:cNvSpPr txBox="1">
            <a:spLocks/>
          </p:cNvSpPr>
          <p:nvPr/>
        </p:nvSpPr>
        <p:spPr>
          <a:xfrm>
            <a:off x="227014" y="911419"/>
            <a:ext cx="5843587" cy="5392181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Arsim + </a:t>
            </a:r>
            <a:r>
              <a:rPr lang="en-US" altLang="zh-CN" b="1" dirty="0" err="1"/>
              <a:t>mappView</a:t>
            </a:r>
            <a:r>
              <a:rPr lang="zh-CN" altLang="en-US" b="1" dirty="0"/>
              <a:t>组合 </a:t>
            </a:r>
            <a:r>
              <a:rPr lang="en-US" altLang="zh-CN" b="1" dirty="0"/>
              <a:t>(</a:t>
            </a:r>
            <a:r>
              <a:rPr lang="zh-CN" altLang="en-US" b="1" dirty="0"/>
              <a:t>前端</a:t>
            </a:r>
            <a:r>
              <a:rPr lang="en-US" altLang="zh-CN" b="1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提供</a:t>
            </a:r>
            <a:r>
              <a:rPr lang="en-US" altLang="zh-CN" sz="1100" b="1" dirty="0"/>
              <a:t>UI</a:t>
            </a:r>
            <a:r>
              <a:rPr lang="zh-CN" altLang="en-US" sz="1100" b="1" dirty="0"/>
              <a:t>模板</a:t>
            </a:r>
            <a:r>
              <a:rPr lang="en-US" altLang="zh-CN" sz="1100" b="1" dirty="0"/>
              <a:t>,</a:t>
            </a:r>
            <a:r>
              <a:rPr lang="zh-CN" altLang="en-US" sz="1100" b="1" dirty="0"/>
              <a:t>一组</a:t>
            </a:r>
            <a:r>
              <a:rPr lang="en-US" altLang="zh-CN" sz="1100" b="1" dirty="0"/>
              <a:t>style</a:t>
            </a:r>
            <a:r>
              <a:rPr lang="zh-CN" altLang="en-US" sz="1100" b="1" dirty="0"/>
              <a:t>主题和画面切换逻辑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b="1" dirty="0"/>
              <a:t>OPCUA remote</a:t>
            </a:r>
            <a:r>
              <a:rPr lang="zh-CN" altLang="en-US" sz="1100" b="1" dirty="0"/>
              <a:t>方式链接底层</a:t>
            </a:r>
            <a:r>
              <a:rPr lang="en-US" altLang="zh-CN" sz="1100" b="1" dirty="0"/>
              <a:t>PLC </a:t>
            </a:r>
            <a:r>
              <a:rPr lang="zh-CN" altLang="en-US" sz="1100" b="1" dirty="0"/>
              <a:t>或 </a:t>
            </a:r>
            <a:r>
              <a:rPr lang="en-US" altLang="zh-CN" sz="1100" b="1" dirty="0"/>
              <a:t>RTOS</a:t>
            </a:r>
            <a:r>
              <a:rPr lang="zh-CN" altLang="en-US" sz="1100" b="1" dirty="0"/>
              <a:t>系统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基础功能 </a:t>
            </a:r>
            <a:endParaRPr lang="en-US" altLang="zh-CN" sz="1100" b="1" dirty="0"/>
          </a:p>
          <a:p>
            <a:pPr lvl="2"/>
            <a:r>
              <a:rPr lang="zh-CN" altLang="en-US" sz="1100" b="1" dirty="0"/>
              <a:t>审计重做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基于数据库）</a:t>
            </a:r>
            <a:r>
              <a:rPr lang="en-US" altLang="zh-CN" sz="1100" b="1" dirty="0"/>
              <a:t>&gt;&gt;</a:t>
            </a:r>
            <a:r>
              <a:rPr lang="zh-CN" altLang="en-US" sz="1100" b="1" dirty="0"/>
              <a:t>显示审计内容</a:t>
            </a:r>
            <a:endParaRPr lang="en-US" altLang="zh-CN" sz="1100" b="1" dirty="0"/>
          </a:p>
          <a:p>
            <a:pPr lvl="2"/>
            <a:r>
              <a:rPr lang="zh-CN" altLang="en-US" sz="1100" b="1" dirty="0"/>
              <a:t>报警重做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基于数据库）</a:t>
            </a:r>
            <a:r>
              <a:rPr lang="en-US" altLang="zh-CN" sz="1100" b="1" dirty="0"/>
              <a:t>&gt;&gt;</a:t>
            </a:r>
            <a:r>
              <a:rPr lang="zh-CN" altLang="en-US" sz="1100" b="1" dirty="0"/>
              <a:t>显示报警内容</a:t>
            </a:r>
            <a:endParaRPr lang="en-US" altLang="zh-CN" sz="1100" b="1" dirty="0"/>
          </a:p>
          <a:p>
            <a:pPr lvl="2"/>
            <a:r>
              <a:rPr lang="zh-CN" altLang="en-US" sz="1100" b="1" dirty="0"/>
              <a:t>配方重做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基于数据库）</a:t>
            </a:r>
            <a:r>
              <a:rPr lang="en-US" altLang="zh-CN" sz="1100" b="1" dirty="0"/>
              <a:t>&gt;&gt;</a:t>
            </a:r>
            <a:r>
              <a:rPr lang="zh-CN" altLang="en-US" sz="1100" b="1" dirty="0"/>
              <a:t>显示配方内容</a:t>
            </a:r>
            <a:endParaRPr lang="en-US" altLang="zh-CN" sz="1100" b="1" dirty="0"/>
          </a:p>
          <a:p>
            <a:pPr lvl="2"/>
            <a:r>
              <a:rPr lang="zh-CN" altLang="en-US" sz="1100" b="1" dirty="0"/>
              <a:t>用户管理系统（基于</a:t>
            </a:r>
            <a:r>
              <a:rPr lang="en-US" altLang="zh-CN" sz="1100" b="1" dirty="0" err="1"/>
              <a:t>mappUserX</a:t>
            </a:r>
            <a:r>
              <a:rPr lang="zh-CN" altLang="en-US" sz="1100" b="1" dirty="0"/>
              <a:t>）</a:t>
            </a:r>
            <a:r>
              <a:rPr lang="en-US" altLang="zh-CN" sz="1100" b="1" dirty="0"/>
              <a:t>&gt;&gt;</a:t>
            </a:r>
            <a:r>
              <a:rPr lang="zh-CN" altLang="en-US" sz="1100" b="1" dirty="0"/>
              <a:t>密码策略</a:t>
            </a:r>
            <a:r>
              <a:rPr lang="en-US" altLang="zh-CN" sz="1100" b="1" dirty="0"/>
              <a:t> </a:t>
            </a:r>
            <a:r>
              <a:rPr lang="zh-CN" altLang="en-US" sz="1100" b="1" dirty="0"/>
              <a:t>用户登录功能</a:t>
            </a:r>
            <a:endParaRPr lang="en-US" altLang="zh-CN" sz="1100" b="1" dirty="0"/>
          </a:p>
          <a:p>
            <a:pPr lvl="2"/>
            <a:r>
              <a:rPr lang="zh-CN" altLang="en-US" sz="1100" b="1" dirty="0"/>
              <a:t>电子签名功能（基于</a:t>
            </a:r>
            <a:r>
              <a:rPr lang="en-US" altLang="zh-CN" sz="1100" b="1" dirty="0" err="1"/>
              <a:t>mappUserX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&gt;&gt;</a:t>
            </a:r>
            <a:r>
              <a:rPr lang="zh-CN" altLang="en-US" sz="1100" b="1" dirty="0"/>
              <a:t>关键操作时弹出电子签名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数据库采集配置功能</a:t>
            </a:r>
            <a:r>
              <a:rPr lang="en-US" altLang="zh-CN" sz="1100" b="1" dirty="0"/>
              <a:t>&gt;&gt;&gt; </a:t>
            </a:r>
            <a:r>
              <a:rPr lang="zh-CN" altLang="en-US" sz="1100" b="1" dirty="0"/>
              <a:t>生成采集配置文件，包括审计、报警、生产数据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功能性插件自定义控件库 </a:t>
            </a:r>
            <a:r>
              <a:rPr lang="en-US" altLang="zh-CN" sz="1100" b="1" dirty="0"/>
              <a:t>&gt;&gt;</a:t>
            </a:r>
            <a:r>
              <a:rPr lang="zh-CN" altLang="en-US" sz="1100" b="1" dirty="0"/>
              <a:t>封装</a:t>
            </a:r>
            <a:r>
              <a:rPr lang="en-US" altLang="zh-CN" sz="1100" b="1" dirty="0" err="1"/>
              <a:t>widgetLib</a:t>
            </a:r>
            <a:r>
              <a:rPr lang="zh-CN" altLang="en-US" sz="1100" b="1" dirty="0"/>
              <a:t>关联后台插件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趋势图显示 </a:t>
            </a:r>
            <a:r>
              <a:rPr lang="en-US" altLang="zh-CN" sz="1100" b="1" dirty="0"/>
              <a:t>&gt;&gt; Echart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报表显示 </a:t>
            </a:r>
            <a:r>
              <a:rPr lang="en-US" altLang="zh-CN" sz="1100" b="1" dirty="0"/>
              <a:t>&gt;&gt; PDF</a:t>
            </a:r>
            <a:r>
              <a:rPr lang="zh-CN" altLang="en-US" sz="1100" b="1" dirty="0"/>
              <a:t>显示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b="1" dirty="0"/>
          </a:p>
          <a:p>
            <a:r>
              <a:rPr lang="zh-CN" altLang="en-US" b="1" dirty="0"/>
              <a:t>电子报表（后端）</a:t>
            </a:r>
            <a:endParaRPr lang="en-US" altLang="zh-CN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独立离线报表格式编辑</a:t>
            </a:r>
            <a:r>
              <a:rPr lang="en-US" altLang="zh-CN" sz="1100" b="1" dirty="0"/>
              <a:t>&gt;&gt;&gt;</a:t>
            </a:r>
            <a:r>
              <a:rPr lang="zh-CN" altLang="en-US" sz="1100" b="1" dirty="0"/>
              <a:t>考虑拖拽控件编辑报表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数据库数据与控件关联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表格</a:t>
            </a:r>
            <a:r>
              <a:rPr lang="en-US" altLang="zh-CN" sz="1100" b="1" dirty="0"/>
              <a:t>+</a:t>
            </a:r>
            <a:r>
              <a:rPr lang="zh-CN" altLang="en-US" sz="1100" b="1" dirty="0"/>
              <a:t>图形（折线图）的编辑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预览功能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接受前端发送的查询指令获取数据库源数据生成报表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以</a:t>
            </a:r>
            <a:r>
              <a:rPr lang="en-US" altLang="zh-CN" sz="1100" b="1" dirty="0"/>
              <a:t>PDF</a:t>
            </a:r>
            <a:r>
              <a:rPr lang="zh-CN" altLang="en-US" sz="1100" b="1" dirty="0"/>
              <a:t>形式发布报表到本地文件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报表加密</a:t>
            </a:r>
            <a:endParaRPr lang="en-US" altLang="zh-CN" sz="1100" b="1" dirty="0"/>
          </a:p>
          <a:p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b="1" dirty="0"/>
          </a:p>
          <a:p>
            <a:br>
              <a:rPr lang="en-US" altLang="zh-CN" sz="1000" b="1" dirty="0"/>
            </a:br>
            <a:br>
              <a:rPr lang="en-US" altLang="zh-CN" sz="1200" b="1" dirty="0"/>
            </a:br>
            <a:br>
              <a:rPr lang="en-US" altLang="zh-CN" sz="1000" b="1" dirty="0"/>
            </a:br>
            <a:endParaRPr lang="en-US" altLang="zh-CN" sz="1000" b="1" dirty="0"/>
          </a:p>
          <a:p>
            <a:endParaRPr lang="en-US" altLang="zh-CN" sz="1200" b="1" dirty="0"/>
          </a:p>
          <a:p>
            <a:endParaRPr lang="en-US" altLang="zh-CN" sz="1600" b="1" dirty="0"/>
          </a:p>
          <a:p>
            <a:endParaRPr lang="en-US" altLang="zh-CN" sz="1600" b="1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FA75D98-85CB-7CF5-C0E9-5F05F24E91B5}"/>
              </a:ext>
            </a:extLst>
          </p:cNvPr>
          <p:cNvSpPr txBox="1">
            <a:spLocks/>
          </p:cNvSpPr>
          <p:nvPr/>
        </p:nvSpPr>
        <p:spPr>
          <a:xfrm>
            <a:off x="5702300" y="918000"/>
            <a:ext cx="5994400" cy="5458692"/>
          </a:xfrm>
          <a:prstGeom prst="rect">
            <a:avLst/>
          </a:prstGeom>
        </p:spPr>
        <p:txBody>
          <a:bodyPr/>
          <a:lstStyle>
            <a:lvl1pPr marL="0" indent="0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91" rtl="0" eaLnBrk="1" latinLnBrk="0" hangingPunct="1">
              <a:spcBef>
                <a:spcPts val="600"/>
              </a:spcBef>
              <a:buFont typeface="ABBvoice" panose="020D0603020503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36" indent="-180018" algn="l" defTabSz="914491" rtl="0" eaLnBrk="1" latinLnBrk="0" hangingPunct="1">
              <a:spcBef>
                <a:spcPts val="600"/>
              </a:spcBef>
              <a:buFont typeface="ABBvoice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数据库</a:t>
            </a:r>
            <a:r>
              <a:rPr lang="en-US" altLang="zh-CN" b="1" dirty="0"/>
              <a:t>(</a:t>
            </a:r>
            <a:r>
              <a:rPr lang="zh-CN" altLang="en-US" b="1" dirty="0"/>
              <a:t>后端</a:t>
            </a:r>
            <a:r>
              <a:rPr lang="en-US" altLang="zh-CN" b="1" dirty="0"/>
              <a:t>)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基础功能</a:t>
            </a:r>
            <a:endParaRPr lang="en-US" altLang="zh-CN" sz="1100" b="1" dirty="0"/>
          </a:p>
          <a:p>
            <a:pPr lvl="2"/>
            <a:r>
              <a:rPr lang="zh-CN" altLang="en-US" sz="1100" b="1" dirty="0"/>
              <a:t>审计重做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基于数据库）</a:t>
            </a:r>
            <a:r>
              <a:rPr lang="en-US" altLang="zh-CN" sz="1100" b="1" dirty="0"/>
              <a:t>&gt;&gt;</a:t>
            </a:r>
            <a:r>
              <a:rPr lang="zh-CN" altLang="en-US" sz="1100" b="1" dirty="0"/>
              <a:t>收集审计信息源记录审计信息</a:t>
            </a:r>
            <a:endParaRPr lang="en-US" altLang="zh-CN" sz="1100" b="1" dirty="0"/>
          </a:p>
          <a:p>
            <a:pPr lvl="2"/>
            <a:r>
              <a:rPr lang="zh-CN" altLang="en-US" sz="1100" b="1" dirty="0"/>
              <a:t>报警重做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基于数据库）</a:t>
            </a:r>
            <a:r>
              <a:rPr lang="en-US" altLang="zh-CN" sz="1100" b="1" dirty="0"/>
              <a:t>&gt;&gt;</a:t>
            </a:r>
            <a:r>
              <a:rPr lang="zh-CN" altLang="en-US" sz="1100" b="1" dirty="0"/>
              <a:t>收集报警信息源记录报警信息</a:t>
            </a:r>
            <a:endParaRPr lang="en-US" altLang="zh-CN" sz="1100" b="1" dirty="0"/>
          </a:p>
          <a:p>
            <a:pPr lvl="2"/>
            <a:r>
              <a:rPr lang="zh-CN" altLang="en-US" sz="1100" b="1" dirty="0"/>
              <a:t>配方重做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基于数据库）</a:t>
            </a:r>
            <a:r>
              <a:rPr lang="en-US" altLang="zh-CN" sz="1100" b="1" dirty="0"/>
              <a:t>&gt;&gt;</a:t>
            </a:r>
            <a:r>
              <a:rPr lang="zh-CN" altLang="en-US" sz="1100" b="1" dirty="0"/>
              <a:t>收集配方信息源记录配方更改，新建等信息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根据配置文件获取数据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同时响应多条查询语句</a:t>
            </a:r>
            <a:r>
              <a:rPr lang="en-US" altLang="zh-CN" sz="1100" b="1" dirty="0"/>
              <a:t> &gt;&gt; </a:t>
            </a:r>
            <a:r>
              <a:rPr lang="zh-CN" altLang="en-US" sz="1100" b="1" dirty="0"/>
              <a:t>暂定</a:t>
            </a:r>
            <a:r>
              <a:rPr lang="en-US" altLang="zh-CN" sz="1100" b="1" dirty="0"/>
              <a:t>10</a:t>
            </a:r>
            <a:r>
              <a:rPr lang="zh-CN" altLang="en-US" sz="1100" b="1" dirty="0"/>
              <a:t>组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跨表查询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插入数据时根据时间自动建表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备份</a:t>
            </a:r>
            <a:r>
              <a:rPr lang="en-US" altLang="zh-CN" sz="1100" b="1" dirty="0"/>
              <a:t>/</a:t>
            </a:r>
            <a:r>
              <a:rPr lang="zh-CN" altLang="en-US" sz="1100" b="1" dirty="0"/>
              <a:t>还原</a:t>
            </a:r>
            <a:br>
              <a:rPr lang="en-US" altLang="zh-CN" sz="1200" b="1" dirty="0"/>
            </a:br>
            <a:endParaRPr lang="en-US" altLang="zh-CN" sz="1100" b="1" dirty="0"/>
          </a:p>
          <a:p>
            <a:r>
              <a:rPr lang="zh-CN" altLang="en-US" b="1" dirty="0"/>
              <a:t>功能性插件（后端）</a:t>
            </a:r>
            <a:endParaRPr lang="en-US" altLang="zh-CN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系统退出</a:t>
            </a:r>
            <a:r>
              <a:rPr lang="en-US" altLang="zh-CN" sz="1100" b="1" dirty="0"/>
              <a:t>/</a:t>
            </a:r>
            <a:r>
              <a:rPr lang="zh-CN" altLang="en-US" sz="1100" b="1" dirty="0"/>
              <a:t>关机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系统资源显示</a:t>
            </a:r>
            <a:r>
              <a:rPr lang="en-US" altLang="zh-CN" sz="1100" b="1" dirty="0"/>
              <a:t>&gt;&gt; </a:t>
            </a:r>
            <a:r>
              <a:rPr lang="zh-CN" altLang="en-US" sz="1100" b="1" dirty="0"/>
              <a:t>芯片使用率，盘符使用情况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截图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打印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b="1" dirty="0"/>
              <a:t>Windows</a:t>
            </a:r>
            <a:r>
              <a:rPr lang="zh-CN" altLang="en-US" sz="1100" b="1" dirty="0"/>
              <a:t>文件操作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 b="1" dirty="0"/>
          </a:p>
          <a:p>
            <a:r>
              <a:rPr lang="zh-CN" altLang="en-US" sz="1200" b="1" dirty="0"/>
              <a:t>软件封装（后端）</a:t>
            </a:r>
            <a:endParaRPr lang="en-US" altLang="zh-CN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b="1" dirty="0"/>
              <a:t>Arsim</a:t>
            </a:r>
            <a:r>
              <a:rPr lang="zh-CN" altLang="en-US" sz="1100" b="1" dirty="0"/>
              <a:t>部分提取给客户修改 </a:t>
            </a:r>
            <a:r>
              <a:rPr lang="en-US" altLang="zh-CN" sz="1100" b="1" dirty="0"/>
              <a:t>&gt;&gt; AS</a:t>
            </a:r>
            <a:r>
              <a:rPr lang="zh-CN" altLang="en-US" sz="1100" b="1" dirty="0"/>
              <a:t>编程、画面内容修改，</a:t>
            </a:r>
            <a:r>
              <a:rPr lang="en-US" altLang="zh-CN" sz="1100" b="1" dirty="0"/>
              <a:t>style</a:t>
            </a:r>
            <a:r>
              <a:rPr lang="zh-CN" altLang="en-US" sz="1100" b="1" dirty="0"/>
              <a:t>修改，下位变量关联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数据库功能、报表、功能性插件由</a:t>
            </a:r>
            <a:r>
              <a:rPr lang="en-US" altLang="zh-CN" sz="1100" b="1" dirty="0"/>
              <a:t>BR</a:t>
            </a:r>
            <a:r>
              <a:rPr lang="zh-CN" altLang="en-US" sz="1100" b="1" dirty="0"/>
              <a:t>维护</a:t>
            </a:r>
            <a:endParaRPr lang="en-US" altLang="zh-CN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/>
              <a:t>全部生成安装包，安装后直接获得</a:t>
            </a:r>
            <a:r>
              <a:rPr lang="en-US" altLang="zh-CN" sz="1100" b="1" dirty="0"/>
              <a:t>Arsim</a:t>
            </a:r>
            <a:r>
              <a:rPr lang="zh-CN" altLang="en-US" sz="1100" b="1" dirty="0"/>
              <a:t>环境和所有插件，安装包做版本管理</a:t>
            </a:r>
            <a:br>
              <a:rPr lang="en-US" altLang="zh-CN" sz="1100" b="1" dirty="0"/>
            </a:br>
            <a:endParaRPr lang="en-US" altLang="zh-CN" sz="1100" b="1" dirty="0"/>
          </a:p>
          <a:p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269833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58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BB Master">
  <a:themeElements>
    <a:clrScheme name="Custom 3">
      <a:dk1>
        <a:srgbClr val="000000"/>
      </a:dk1>
      <a:lt1>
        <a:srgbClr val="FFFFFF"/>
      </a:lt1>
      <a:dk2>
        <a:srgbClr val="FFA947"/>
      </a:dk2>
      <a:lt2>
        <a:srgbClr val="FF8800"/>
      </a:lt2>
      <a:accent1>
        <a:srgbClr val="262626"/>
      </a:accent1>
      <a:accent2>
        <a:srgbClr val="6E6E6E"/>
      </a:accent2>
      <a:accent3>
        <a:srgbClr val="A9A9A9"/>
      </a:accent3>
      <a:accent4>
        <a:srgbClr val="D2D2D2"/>
      </a:accent4>
      <a:accent5>
        <a:srgbClr val="F0F0F0"/>
      </a:accent5>
      <a:accent6>
        <a:srgbClr val="FAFAFA"/>
      </a:accent6>
      <a:hlink>
        <a:srgbClr val="D26E00"/>
      </a:hlink>
      <a:folHlink>
        <a:srgbClr val="FF8800"/>
      </a:folHlink>
    </a:clrScheme>
    <a:fontScheme name="ABBvoice">
      <a:majorFont>
        <a:latin typeface="ABBvoice"/>
        <a:ea typeface="ABBvoice"/>
        <a:cs typeface="ABBvoice"/>
      </a:majorFont>
      <a:minorFont>
        <a:latin typeface="ABBvoice"/>
        <a:ea typeface="ABBvoice"/>
        <a:cs typeface="ABBvo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4"/>
        </a:solidFill>
        <a:ln w="12700">
          <a:solidFill>
            <a:schemeClr val="accent4"/>
          </a:solidFill>
        </a:ln>
      </a:spPr>
      <a:bodyPr rtlCol="0" anchor="ctr"/>
      <a:lstStyle>
        <a:defPPr algn="ctr">
          <a:spcBef>
            <a:spcPts val="600"/>
          </a:spcBef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spcBef>
            <a:spcPts val="600"/>
          </a:spcBef>
          <a:defRPr sz="1400" dirty="0" smtClean="0"/>
        </a:defPPr>
      </a:lstStyle>
    </a:txDef>
  </a:objectDefaults>
  <a:extraClrSchemeLst/>
  <a:custClrLst>
    <a:custClr name="Blue">
      <a:srgbClr val="004C97"/>
    </a:custClr>
    <a:custClr name="Green">
      <a:srgbClr val="007A33"/>
    </a:custClr>
    <a:custClr name="Yellow">
      <a:srgbClr val="FFD100"/>
    </a:custClr>
    <a:custClr name="Red Grey">
      <a:srgbClr val="817275"/>
    </a:custClr>
    <a:custClr name="Green Grey">
      <a:srgbClr val="6B7173"/>
    </a:custClr>
    <a:custClr name="Blue Grey">
      <a:srgbClr val="5B6F80"/>
    </a:custClr>
    <a:custClr name="Violet Grey">
      <a:srgbClr val="78838E"/>
    </a:custClr>
  </a:custClrLst>
  <a:extLst>
    <a:ext uri="{05A4C25C-085E-4340-85A3-A5531E510DB2}">
      <thm15:themeFamily xmlns:thm15="http://schemas.microsoft.com/office/thememl/2012/main" name="B&amp;R Template.potx" id="{5F49B22A-94AC-4465-9FCC-51F4A343D842}" vid="{F9969AA1-CA56-4BD4-BA22-77D9EC60AE16}"/>
    </a:ext>
  </a:extLst>
</a:theme>
</file>

<file path=ppt/theme/theme2.xml><?xml version="1.0" encoding="utf-8"?>
<a:theme xmlns:a="http://schemas.openxmlformats.org/drawingml/2006/main" name="Office Theme">
  <a:themeElements>
    <a:clrScheme name="ABB">
      <a:dk1>
        <a:srgbClr val="000000"/>
      </a:dk1>
      <a:lt1>
        <a:srgbClr val="FFFFFF"/>
      </a:lt1>
      <a:dk2>
        <a:srgbClr val="D90000"/>
      </a:dk2>
      <a:lt2>
        <a:srgbClr val="FF000F"/>
      </a:lt2>
      <a:accent1>
        <a:srgbClr val="1E1E1E"/>
      </a:accent1>
      <a:accent2>
        <a:srgbClr val="3C3C3C"/>
      </a:accent2>
      <a:accent3>
        <a:srgbClr val="6E6E6E"/>
      </a:accent3>
      <a:accent4>
        <a:srgbClr val="A0A0A0"/>
      </a:accent4>
      <a:accent5>
        <a:srgbClr val="D2D2D2"/>
      </a:accent5>
      <a:accent6>
        <a:srgbClr val="F0F0F0"/>
      </a:accent6>
      <a:hlink>
        <a:srgbClr val="D90000"/>
      </a:hlink>
      <a:folHlink>
        <a:srgbClr val="FF000F"/>
      </a:folHlink>
    </a:clrScheme>
    <a:fontScheme name="ABBvoiceOffice">
      <a:majorFont>
        <a:latin typeface="ABBvoiceOffice"/>
        <a:ea typeface="ABBvoiceOffice"/>
        <a:cs typeface="ABBvoiceOffice"/>
      </a:majorFont>
      <a:minorFont>
        <a:latin typeface="ABBvoiceOffice"/>
        <a:ea typeface="ABBvoiceOffice"/>
        <a:cs typeface="ABBvoiceOff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BB">
      <a:dk1>
        <a:srgbClr val="000000"/>
      </a:dk1>
      <a:lt1>
        <a:srgbClr val="FFFFFF"/>
      </a:lt1>
      <a:dk2>
        <a:srgbClr val="D90000"/>
      </a:dk2>
      <a:lt2>
        <a:srgbClr val="FF000F"/>
      </a:lt2>
      <a:accent1>
        <a:srgbClr val="1E1E1E"/>
      </a:accent1>
      <a:accent2>
        <a:srgbClr val="3C3C3C"/>
      </a:accent2>
      <a:accent3>
        <a:srgbClr val="6E6E6E"/>
      </a:accent3>
      <a:accent4>
        <a:srgbClr val="A0A0A0"/>
      </a:accent4>
      <a:accent5>
        <a:srgbClr val="D2D2D2"/>
      </a:accent5>
      <a:accent6>
        <a:srgbClr val="F0F0F0"/>
      </a:accent6>
      <a:hlink>
        <a:srgbClr val="D90000"/>
      </a:hlink>
      <a:folHlink>
        <a:srgbClr val="FF000F"/>
      </a:folHlink>
    </a:clrScheme>
    <a:fontScheme name="ABBvoiceOffice">
      <a:majorFont>
        <a:latin typeface="ABBvoiceOffice"/>
        <a:ea typeface="ABBvoiceOffice"/>
        <a:cs typeface="ABBvoiceOffice"/>
      </a:majorFont>
      <a:minorFont>
        <a:latin typeface="ABBvoiceOffice"/>
        <a:ea typeface="ABBvoiceOffice"/>
        <a:cs typeface="ABBvoiceOff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{"language":"{{DocumentLanguage}}","disableUpdates":false,"type":"proofingLanguage"}],"enableDocumentContentUpdater":true,"version":"2.0"}]]></TemplafyTemplateConfiguration>
</file>

<file path=customXml/itemProps1.xml><?xml version="1.0" encoding="utf-8"?>
<ds:datastoreItem xmlns:ds="http://schemas.openxmlformats.org/officeDocument/2006/customXml" ds:itemID="{88746BAB-2507-4F3A-B16E-ED38367EE530}">
  <ds:schemaRefs/>
</ds:datastoreItem>
</file>

<file path=customXml/itemProps2.xml><?xml version="1.0" encoding="utf-8"?>
<ds:datastoreItem xmlns:ds="http://schemas.openxmlformats.org/officeDocument/2006/customXml" ds:itemID="{D2280EEE-F7B5-4B82-8B3F-6C5291CE43BF}">
  <ds:schemaRefs/>
</ds:datastoreItem>
</file>

<file path=docMetadata/LabelInfo.xml><?xml version="1.0" encoding="utf-8"?>
<clbl:labelList xmlns:clbl="http://schemas.microsoft.com/office/2020/mipLabelMetadata">
  <clbl:label id="{d792d246-d363-40e2-82bc-6f0655128b68}" enabled="1" method="Standard" siteId="{372ee9e0-9ce0-4033-a64a-c07073a91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B&amp;R Template</Template>
  <TotalTime>0</TotalTime>
  <Words>1376</Words>
  <Application>Microsoft Office PowerPoint</Application>
  <PresentationFormat>Widescreen</PresentationFormat>
  <Paragraphs>236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ABBvoice</vt:lpstr>
      <vt:lpstr>ABBvoice Light</vt:lpstr>
      <vt:lpstr>ABBvoiceOffice</vt:lpstr>
      <vt:lpstr>Arial</vt:lpstr>
      <vt:lpstr>ABB Master</vt:lpstr>
      <vt:lpstr>SmartData</vt:lpstr>
      <vt:lpstr>一、 数据类别</vt:lpstr>
      <vt:lpstr>数据类型 – 生产数据</vt:lpstr>
      <vt:lpstr>数据类型 – 配方数据</vt:lpstr>
      <vt:lpstr>数据类型 – 审计追踪</vt:lpstr>
      <vt:lpstr>数据类型 – 报警记录</vt:lpstr>
      <vt:lpstr>数据类型 – 其它信息</vt:lpstr>
      <vt:lpstr>二、报表格式</vt:lpstr>
      <vt:lpstr>三、查看方式</vt:lpstr>
      <vt:lpstr>四、工作流</vt:lpstr>
      <vt:lpstr>五、现有方案</vt:lpstr>
      <vt:lpstr>五、现有方案</vt:lpstr>
      <vt:lpstr>五、现有方案</vt:lpstr>
      <vt:lpstr>五、现有方案</vt:lpstr>
      <vt:lpstr>五、现有方案</vt:lpstr>
      <vt:lpstr>六、期待方案</vt:lpstr>
      <vt:lpstr>需求总结</vt:lpstr>
      <vt:lpstr>软件方案  -&gt; 建议拓扑</vt:lpstr>
      <vt:lpstr>功能拆分</vt:lpstr>
      <vt:lpstr>PowerPoint Presentation</vt:lpstr>
    </vt:vector>
  </TitlesOfParts>
  <Company>BR Industrial Automation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Yanchao Dong</dc:creator>
  <cp:lastModifiedBy>Hanzhou Ding</cp:lastModifiedBy>
  <cp:revision>790</cp:revision>
  <dcterms:created xsi:type="dcterms:W3CDTF">2024-07-15T07:54:50Z</dcterms:created>
  <dcterms:modified xsi:type="dcterms:W3CDTF">2026-03-02T08:50:43Z</dcterms:modified>
</cp:coreProperties>
</file>